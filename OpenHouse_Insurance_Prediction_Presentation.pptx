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3"/>
  </p:notesMasterIdLst>
  <p:handoutMasterIdLst>
    <p:handoutMasterId r:id="rId24"/>
  </p:handoutMasterIdLst>
  <p:sldIdLst>
    <p:sldId id="2435" r:id="rId5"/>
    <p:sldId id="258" r:id="rId6"/>
    <p:sldId id="2440" r:id="rId7"/>
    <p:sldId id="306" r:id="rId8"/>
    <p:sldId id="2487" r:id="rId9"/>
    <p:sldId id="2488" r:id="rId10"/>
    <p:sldId id="2489" r:id="rId11"/>
    <p:sldId id="2473" r:id="rId12"/>
    <p:sldId id="2490" r:id="rId13"/>
    <p:sldId id="2491" r:id="rId14"/>
    <p:sldId id="2492" r:id="rId15"/>
    <p:sldId id="2493" r:id="rId16"/>
    <p:sldId id="2474" r:id="rId17"/>
    <p:sldId id="273" r:id="rId18"/>
    <p:sldId id="2494" r:id="rId19"/>
    <p:sldId id="2438" r:id="rId20"/>
    <p:sldId id="262" r:id="rId21"/>
    <p:sldId id="24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2F3342"/>
    <a:srgbClr val="A53F52"/>
    <a:srgbClr val="2C2153"/>
    <a:srgbClr val="E99757"/>
    <a:srgbClr val="0102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93" autoAdjust="0"/>
    <p:restoredTop sz="94674" autoAdjust="0"/>
  </p:normalViewPr>
  <p:slideViewPr>
    <p:cSldViewPr snapToGrid="0">
      <p:cViewPr varScale="1">
        <p:scale>
          <a:sx n="94" d="100"/>
          <a:sy n="94" d="100"/>
        </p:scale>
        <p:origin x="232" y="648"/>
      </p:cViewPr>
      <p:guideLst>
        <p:guide orient="horz" pos="2160"/>
        <p:guide pos="3840"/>
      </p:guideLst>
    </p:cSldViewPr>
  </p:slideViewPr>
  <p:notesTextViewPr>
    <p:cViewPr>
      <p:scale>
        <a:sx n="1" d="1"/>
        <a:sy n="1" d="1"/>
      </p:scale>
      <p:origin x="0" y="0"/>
    </p:cViewPr>
  </p:notesTextViewPr>
  <p:notesViewPr>
    <p:cSldViewPr snapToGrid="0">
      <p:cViewPr varScale="1">
        <p:scale>
          <a:sx n="99" d="100"/>
          <a:sy n="99" d="100"/>
        </p:scale>
        <p:origin x="4416"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1/27/21</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1/27/21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mn-lt"/>
                <a:ea typeface="+mn-ea"/>
                <a:cs typeface="+mn-cs"/>
              </a:rPr>
              <a:t>1. Use Machine Learning as a Service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Microsoft Azure offers Azure Machine Learning as a pay-as-you-go service. Using Azure ML, the businesses do not require setting up complex or purchasing any big hardware or software. They just need to purchase the services and can start developing their Machine Learning applications immediately. </a:t>
            </a:r>
          </a:p>
          <a:p>
            <a:pPr lvl="0"/>
            <a:r>
              <a:rPr lang="en-GB" sz="1200" b="1" kern="1200" dirty="0">
                <a:solidFill>
                  <a:schemeClr val="tx1"/>
                </a:solidFill>
                <a:effectLst/>
                <a:latin typeface="+mn-lt"/>
                <a:ea typeface="+mn-ea"/>
                <a:cs typeface="+mn-cs"/>
              </a:rPr>
              <a:t>2. Easy &amp; Flexible building interface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Business can execute their Machine Learning development through the Microsoft Azure Machine Learning Studio. It offers drag and drop components that minimize the code development and straightforward configuration of properties. Moreover, it helps businesses to build, test and generate advanced analytics based on the data.</a:t>
            </a:r>
          </a:p>
          <a:p>
            <a:pPr lvl="0"/>
            <a:r>
              <a:rPr lang="en-GB" sz="1200" b="1" kern="1200" dirty="0">
                <a:solidFill>
                  <a:schemeClr val="tx1"/>
                </a:solidFill>
                <a:effectLst/>
                <a:latin typeface="+mn-lt"/>
                <a:ea typeface="+mn-ea"/>
                <a:cs typeface="+mn-cs"/>
              </a:rPr>
              <a:t>3. Wide range of supported algorithms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Azure ML offers readily available well-known algorithms that can be configured simply by drag and drop. It does not require the knowledge of data science or expertise in algorithms; you just need to know when to use them. Specific algorithms like logistic regression and decision tree can also help in devising real-time predictions or forecasts. Moreover, there is no limit in importing training data and you can fine-tune your data easily. This feature of Azure ML significantly saves the cost and help to generate revenue. </a:t>
            </a:r>
          </a:p>
          <a:p>
            <a:pPr lvl="0"/>
            <a:r>
              <a:rPr lang="en-GB" sz="1200" b="1" kern="1200" dirty="0">
                <a:solidFill>
                  <a:schemeClr val="tx1"/>
                </a:solidFill>
                <a:effectLst/>
                <a:latin typeface="+mn-lt"/>
                <a:ea typeface="+mn-ea"/>
                <a:cs typeface="+mn-cs"/>
              </a:rPr>
              <a:t>4. Easy implementation of web services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All you need is to drag and drop your data sets, algorithms, and link them together to implement web services needed for ML development. Once you have practiced with the environment, you just need to test, which would be ready for the further use, then you need to click one button to create and publish the web service. Now, you can use the web service from any device by passing valid credentials. </a:t>
            </a:r>
          </a:p>
          <a:p>
            <a:endParaRPr lang="en-US" dirty="0"/>
          </a:p>
        </p:txBody>
      </p:sp>
      <p:sp>
        <p:nvSpPr>
          <p:cNvPr id="4" name="Slide Number Placeholder 3"/>
          <p:cNvSpPr>
            <a:spLocks noGrp="1"/>
          </p:cNvSpPr>
          <p:nvPr>
            <p:ph type="sldNum" sz="quarter" idx="5"/>
          </p:nvPr>
        </p:nvSpPr>
        <p:spPr/>
        <p:txBody>
          <a:bodyPr/>
          <a:lstStyle/>
          <a:p>
            <a:fld id="{228B34ED-4CDD-41C9-90F7-D768D5559A6F}" type="slidenum">
              <a:rPr lang="en-US" smtClean="0"/>
              <a:t>13</a:t>
            </a:fld>
            <a:endParaRPr lang="en-US" dirty="0"/>
          </a:p>
        </p:txBody>
      </p:sp>
    </p:spTree>
    <p:extLst>
      <p:ext uri="{BB962C8B-B14F-4D97-AF65-F5344CB8AC3E}">
        <p14:creationId xmlns:p14="http://schemas.microsoft.com/office/powerpoint/2010/main" val="2488915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A27944-63F0-4B2F-AD45-448C6DF71C85}"/>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AF5DAC0D-26BC-4E19-94BF-7F158080FB62}"/>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2" name="Title 1">
            <a:extLst>
              <a:ext uri="{FF2B5EF4-FFF2-40B4-BE49-F238E27FC236}">
                <a16:creationId xmlns:a16="http://schemas.microsoft.com/office/drawing/2014/main" id="{2C63BDE4-1CD0-AC4C-A2A9-C858427B0E20}"/>
              </a:ext>
            </a:extLst>
          </p:cNvPr>
          <p:cNvSpPr>
            <a:spLocks noGrp="1"/>
          </p:cNvSpPr>
          <p:nvPr>
            <p:ph type="title" hasCustomPrompt="1"/>
          </p:nvPr>
        </p:nvSpPr>
        <p:spPr/>
        <p:txBody>
          <a:bodyPr/>
          <a:lstStyle>
            <a:lvl1pPr>
              <a:lnSpc>
                <a:spcPct val="100000"/>
              </a:lnSpc>
              <a:defRPr/>
            </a:lvl1pPr>
          </a:lstStyle>
          <a:p>
            <a:r>
              <a:rPr lang="en-US" dirty="0"/>
              <a:t>CLICK TO EDIT MASTER TITLE STYLE</a:t>
            </a:r>
          </a:p>
        </p:txBody>
      </p:sp>
      <p:sp>
        <p:nvSpPr>
          <p:cNvPr id="8" name="Text Placeholder 2">
            <a:extLst>
              <a:ext uri="{FF2B5EF4-FFF2-40B4-BE49-F238E27FC236}">
                <a16:creationId xmlns:a16="http://schemas.microsoft.com/office/drawing/2014/main" id="{67265051-1E5A-D844-BA21-383315517276}"/>
              </a:ext>
            </a:extLst>
          </p:cNvPr>
          <p:cNvSpPr>
            <a:spLocks noGrp="1"/>
          </p:cNvSpPr>
          <p:nvPr>
            <p:ph idx="1"/>
          </p:nvPr>
        </p:nvSpPr>
        <p:spPr>
          <a:xfrm>
            <a:off x="594519" y="1690117"/>
            <a:ext cx="10989920" cy="4486845"/>
          </a:xfrm>
          <a:prstGeom prst="rect">
            <a:avLst/>
          </a:prstGeom>
        </p:spPr>
        <p:txBody>
          <a:bodyPr vert="horz" lIns="91440" tIns="45720" rIns="91440" bIns="45720" rtlCol="0">
            <a:normAutofit/>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a:extLst>
              <a:ext uri="{FF2B5EF4-FFF2-40B4-BE49-F238E27FC236}">
                <a16:creationId xmlns:a16="http://schemas.microsoft.com/office/drawing/2014/main" id="{2914F6FF-E574-0340-AD3E-E6747297E034}"/>
              </a:ext>
            </a:extLst>
          </p:cNvPr>
          <p:cNvSpPr>
            <a:spLocks noGrp="1"/>
          </p:cNvSpPr>
          <p:nvPr>
            <p:ph type="body" sz="quarter" idx="32" hasCustomPrompt="1"/>
          </p:nvPr>
        </p:nvSpPr>
        <p:spPr>
          <a:xfrm>
            <a:off x="594519" y="1262642"/>
            <a:ext cx="11002962" cy="353872"/>
          </a:xfrm>
        </p:spPr>
        <p:txBody>
          <a:bodyPr anchor="ctr">
            <a:noAutofit/>
          </a:bodyPr>
          <a:lstStyle>
            <a:lvl1pPr marL="0" indent="0" algn="ctr">
              <a:lnSpc>
                <a:spcPct val="100000"/>
              </a:lnSpc>
              <a:buNone/>
              <a:defRPr sz="2000" spc="600">
                <a:solidFill>
                  <a:srgbClr val="898989"/>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Tree>
    <p:extLst>
      <p:ext uri="{BB962C8B-B14F-4D97-AF65-F5344CB8AC3E}">
        <p14:creationId xmlns:p14="http://schemas.microsoft.com/office/powerpoint/2010/main" val="153518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4" name="Title 1">
            <a:extLst>
              <a:ext uri="{FF2B5EF4-FFF2-40B4-BE49-F238E27FC236}">
                <a16:creationId xmlns:a16="http://schemas.microsoft.com/office/drawing/2014/main" id="{01219AD9-34B1-4C27-8648-E7D7C69C07F9}"/>
              </a:ext>
            </a:extLst>
          </p:cNvPr>
          <p:cNvSpPr>
            <a:spLocks noGrp="1"/>
          </p:cNvSpPr>
          <p:nvPr>
            <p:ph type="title" hasCustomPrompt="1"/>
          </p:nvPr>
        </p:nvSpPr>
        <p:spPr>
          <a:xfrm>
            <a:off x="702365" y="3013675"/>
            <a:ext cx="10787270" cy="830649"/>
          </a:xfrm>
        </p:spPr>
        <p:txBody>
          <a:bodyPr anchor="ctr"/>
          <a:lstStyle>
            <a:lvl1pPr algn="ctr">
              <a:defRPr sz="6000" spc="300">
                <a:solidFill>
                  <a:schemeClr val="bg1"/>
                </a:solidFill>
              </a:defRPr>
            </a:lvl1pPr>
          </a:lstStyle>
          <a:p>
            <a:r>
              <a:rPr lang="en-US" dirty="0"/>
              <a:t>CLICK TO EDIT MASTER TITLE</a:t>
            </a:r>
          </a:p>
        </p:txBody>
      </p:sp>
      <p:sp>
        <p:nvSpPr>
          <p:cNvPr id="5" name="Text Placeholder 2">
            <a:extLst>
              <a:ext uri="{FF2B5EF4-FFF2-40B4-BE49-F238E27FC236}">
                <a16:creationId xmlns:a16="http://schemas.microsoft.com/office/drawing/2014/main" id="{40849B93-E2CE-4654-9EC7-7DFA141A5500}"/>
              </a:ext>
            </a:extLst>
          </p:cNvPr>
          <p:cNvSpPr>
            <a:spLocks noGrp="1"/>
          </p:cNvSpPr>
          <p:nvPr>
            <p:ph type="body" idx="1" hasCustomPrompt="1"/>
          </p:nvPr>
        </p:nvSpPr>
        <p:spPr>
          <a:xfrm>
            <a:off x="3470275" y="3890624"/>
            <a:ext cx="5251450" cy="365125"/>
          </a:xfrm>
        </p:spPr>
        <p:txBody>
          <a:bodyPr anchor="ctr"/>
          <a:lstStyle>
            <a:lvl1pPr marL="0" indent="0" algn="ctr">
              <a:lnSpc>
                <a:spcPct val="100000"/>
              </a:lnSpc>
              <a:buNone/>
              <a:defRPr sz="2400" spc="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318230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242487" y="6833286"/>
                </a:lnTo>
                <a:lnTo>
                  <a:pt x="0" y="6858000"/>
                </a:lnTo>
                <a:lnTo>
                  <a:pt x="0" y="0"/>
                </a:lnTo>
                <a:close/>
              </a:path>
            </a:pathLst>
          </a:custGeom>
          <a:effectLst>
            <a:innerShdw blurRad="254000" dist="127000">
              <a:prstClr val="black">
                <a:alpha val="50000"/>
              </a:prstClr>
            </a:innerShdw>
          </a:effectLst>
        </p:spPr>
        <p:txBody>
          <a:bodyPr anchor="ctr"/>
          <a:lstStyle>
            <a:lvl1pPr marL="0" indent="0" algn="ctr">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209064"/>
            <a:ext cx="5251450" cy="365125"/>
          </a:xfrm>
        </p:spPr>
        <p:txBody>
          <a:bodyPr anchor="ctr"/>
          <a:lstStyle>
            <a:lvl1pPr marL="0" indent="0">
              <a:lnSpc>
                <a:spcPct val="100000"/>
              </a:lnSpc>
              <a:buNone/>
              <a:defRPr sz="2400" spc="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520779"/>
            <a:ext cx="5251450" cy="1661297"/>
          </a:xfrm>
        </p:spPr>
        <p:txBody>
          <a:bodyPr anchor="ctr"/>
          <a:lstStyle>
            <a:lvl1pPr algn="l">
              <a:defRPr sz="6000" spc="300"/>
            </a:lvl1pPr>
          </a:lstStyle>
          <a:p>
            <a:r>
              <a:rPr lang="en-US" dirty="0"/>
              <a:t>CLICK TO EDIT MASTER TITLE</a:t>
            </a:r>
          </a:p>
        </p:txBody>
      </p:sp>
    </p:spTree>
    <p:extLst>
      <p:ext uri="{BB962C8B-B14F-4D97-AF65-F5344CB8AC3E}">
        <p14:creationId xmlns:p14="http://schemas.microsoft.com/office/powerpoint/2010/main" val="52890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a:innerShdw blurRad="254000" dist="127000">
              <a:prstClr val="black">
                <a:alpha val="50000"/>
              </a:prstClr>
            </a:innerShdw>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7230B2C-7250-4568-96CF-7E5A34B3CAD3}"/>
              </a:ext>
            </a:extLst>
          </p:cNvPr>
          <p:cNvSpPr>
            <a:spLocks noGrp="1"/>
          </p:cNvSpPr>
          <p:nvPr>
            <p:ph type="title" hasCustomPrompt="1"/>
          </p:nvPr>
        </p:nvSpPr>
        <p:spPr>
          <a:xfrm>
            <a:off x="6096000" y="2520779"/>
            <a:ext cx="5251450" cy="1661297"/>
          </a:xfrm>
        </p:spPr>
        <p:txBody>
          <a:bodyPr anchor="ctr"/>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209064"/>
            <a:ext cx="5251450" cy="365125"/>
          </a:xfrm>
        </p:spPr>
        <p:txBody>
          <a:bodyPr anchor="ctr"/>
          <a:lstStyle>
            <a:lvl1pPr marL="0" indent="0">
              <a:lnSpc>
                <a:spcPct val="100000"/>
              </a:lnSpc>
              <a:buNone/>
              <a:defRPr sz="2400" spc="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625512"/>
            <a:ext cx="4018722" cy="4636392"/>
          </a:xfrm>
        </p:spPr>
        <p:txBody>
          <a:bodyPr lIns="0" rIns="0">
            <a:norm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Picture Placeholder 52">
            <a:extLst>
              <a:ext uri="{FF2B5EF4-FFF2-40B4-BE49-F238E27FC236}">
                <a16:creationId xmlns:a16="http://schemas.microsoft.com/office/drawing/2014/main" id="{86917B65-8F50-454E-AF7E-D53FE2DE8F04}"/>
              </a:ext>
            </a:extLst>
          </p:cNvPr>
          <p:cNvSpPr>
            <a:spLocks noGrp="1"/>
          </p:cNvSpPr>
          <p:nvPr>
            <p:ph type="pic" sz="quarter" idx="14"/>
          </p:nvPr>
        </p:nvSpPr>
        <p:spPr>
          <a:xfrm>
            <a:off x="0" y="-19878"/>
            <a:ext cx="7406905" cy="6866810"/>
          </a:xfrm>
          <a:custGeom>
            <a:avLst/>
            <a:gdLst>
              <a:gd name="connsiteX0" fmla="*/ 1312985 w 5251939"/>
              <a:gd name="connsiteY0" fmla="*/ 0 h 4878432"/>
              <a:gd name="connsiteX1" fmla="*/ 1975340 w 5251939"/>
              <a:gd name="connsiteY1" fmla="*/ 0 h 4878432"/>
              <a:gd name="connsiteX2" fmla="*/ 1975340 w 5251939"/>
              <a:gd name="connsiteY2" fmla="*/ 982231 h 4878432"/>
              <a:gd name="connsiteX3" fmla="*/ 2648832 w 5251939"/>
              <a:gd name="connsiteY3" fmla="*/ 982231 h 4878432"/>
              <a:gd name="connsiteX4" fmla="*/ 2648832 w 5251939"/>
              <a:gd name="connsiteY4" fmla="*/ 1148083 h 4878432"/>
              <a:gd name="connsiteX5" fmla="*/ 3328771 w 5251939"/>
              <a:gd name="connsiteY5" fmla="*/ 1148083 h 4878432"/>
              <a:gd name="connsiteX6" fmla="*/ 3328771 w 5251939"/>
              <a:gd name="connsiteY6" fmla="*/ 0 h 4878432"/>
              <a:gd name="connsiteX7" fmla="*/ 4572000 w 5251939"/>
              <a:gd name="connsiteY7" fmla="*/ 0 h 4878432"/>
              <a:gd name="connsiteX8" fmla="*/ 4572000 w 5251939"/>
              <a:gd name="connsiteY8" fmla="*/ 1000460 h 4878432"/>
              <a:gd name="connsiteX9" fmla="*/ 5251939 w 5251939"/>
              <a:gd name="connsiteY9" fmla="*/ 1000460 h 4878432"/>
              <a:gd name="connsiteX10" fmla="*/ 5251939 w 5251939"/>
              <a:gd name="connsiteY10" fmla="*/ 4279967 h 4878432"/>
              <a:gd name="connsiteX11" fmla="*/ 4572000 w 5251939"/>
              <a:gd name="connsiteY11" fmla="*/ 4279967 h 4878432"/>
              <a:gd name="connsiteX12" fmla="*/ 4572000 w 5251939"/>
              <a:gd name="connsiteY12" fmla="*/ 4878432 h 4878432"/>
              <a:gd name="connsiteX13" fmla="*/ 4570834 w 5251939"/>
              <a:gd name="connsiteY13" fmla="*/ 4878432 h 4878432"/>
              <a:gd name="connsiteX14" fmla="*/ 4570834 w 5251939"/>
              <a:gd name="connsiteY14" fmla="*/ 3563909 h 4878432"/>
              <a:gd name="connsiteX15" fmla="*/ 3890895 w 5251939"/>
              <a:gd name="connsiteY15" fmla="*/ 3563909 h 4878432"/>
              <a:gd name="connsiteX16" fmla="*/ 3890895 w 5251939"/>
              <a:gd name="connsiteY16" fmla="*/ 4878432 h 4878432"/>
              <a:gd name="connsiteX17" fmla="*/ 3297114 w 5251939"/>
              <a:gd name="connsiteY17" fmla="*/ 4878432 h 4878432"/>
              <a:gd name="connsiteX18" fmla="*/ 3297114 w 5251939"/>
              <a:gd name="connsiteY18" fmla="*/ 3911406 h 4878432"/>
              <a:gd name="connsiteX19" fmla="*/ 2617175 w 5251939"/>
              <a:gd name="connsiteY19" fmla="*/ 3911406 h 4878432"/>
              <a:gd name="connsiteX20" fmla="*/ 2617175 w 5251939"/>
              <a:gd name="connsiteY20" fmla="*/ 4324451 h 4878432"/>
              <a:gd name="connsiteX21" fmla="*/ 1968893 w 5251939"/>
              <a:gd name="connsiteY21" fmla="*/ 4324451 h 4878432"/>
              <a:gd name="connsiteX22" fmla="*/ 1968893 w 5251939"/>
              <a:gd name="connsiteY22" fmla="*/ 4878432 h 4878432"/>
              <a:gd name="connsiteX23" fmla="*/ 1312985 w 5251939"/>
              <a:gd name="connsiteY23" fmla="*/ 4878432 h 4878432"/>
              <a:gd name="connsiteX24" fmla="*/ 1312985 w 5251939"/>
              <a:gd name="connsiteY24" fmla="*/ 4324451 h 4878432"/>
              <a:gd name="connsiteX25" fmla="*/ 642230 w 5251939"/>
              <a:gd name="connsiteY25" fmla="*/ 4324451 h 4878432"/>
              <a:gd name="connsiteX26" fmla="*/ 642230 w 5251939"/>
              <a:gd name="connsiteY26" fmla="*/ 3624890 h 4878432"/>
              <a:gd name="connsiteX27" fmla="*/ 0 w 5251939"/>
              <a:gd name="connsiteY27" fmla="*/ 3624890 h 4878432"/>
              <a:gd name="connsiteX28" fmla="*/ 0 w 5251939"/>
              <a:gd name="connsiteY28" fmla="*/ 375409 h 4878432"/>
              <a:gd name="connsiteX29" fmla="*/ 633046 w 5251939"/>
              <a:gd name="connsiteY29" fmla="*/ 375409 h 4878432"/>
              <a:gd name="connsiteX30" fmla="*/ 633046 w 5251939"/>
              <a:gd name="connsiteY30" fmla="*/ 1379096 h 4878432"/>
              <a:gd name="connsiteX31" fmla="*/ 1312985 w 5251939"/>
              <a:gd name="connsiteY31" fmla="*/ 1379096 h 4878432"/>
              <a:gd name="connsiteX0" fmla="*/ 1312985 w 5251939"/>
              <a:gd name="connsiteY0" fmla="*/ 0 h 4878432"/>
              <a:gd name="connsiteX1" fmla="*/ 1975340 w 5251939"/>
              <a:gd name="connsiteY1" fmla="*/ 0 h 4878432"/>
              <a:gd name="connsiteX2" fmla="*/ 1975340 w 5251939"/>
              <a:gd name="connsiteY2" fmla="*/ 982231 h 4878432"/>
              <a:gd name="connsiteX3" fmla="*/ 2648832 w 5251939"/>
              <a:gd name="connsiteY3" fmla="*/ 982231 h 4878432"/>
              <a:gd name="connsiteX4" fmla="*/ 2648832 w 5251939"/>
              <a:gd name="connsiteY4" fmla="*/ 1148083 h 4878432"/>
              <a:gd name="connsiteX5" fmla="*/ 3328771 w 5251939"/>
              <a:gd name="connsiteY5" fmla="*/ 1148083 h 4878432"/>
              <a:gd name="connsiteX6" fmla="*/ 3328771 w 5251939"/>
              <a:gd name="connsiteY6" fmla="*/ 0 h 4878432"/>
              <a:gd name="connsiteX7" fmla="*/ 4572000 w 5251939"/>
              <a:gd name="connsiteY7" fmla="*/ 0 h 4878432"/>
              <a:gd name="connsiteX8" fmla="*/ 4572000 w 5251939"/>
              <a:gd name="connsiteY8" fmla="*/ 1000460 h 4878432"/>
              <a:gd name="connsiteX9" fmla="*/ 5251939 w 5251939"/>
              <a:gd name="connsiteY9" fmla="*/ 1000460 h 4878432"/>
              <a:gd name="connsiteX10" fmla="*/ 5251939 w 5251939"/>
              <a:gd name="connsiteY10" fmla="*/ 4279967 h 4878432"/>
              <a:gd name="connsiteX11" fmla="*/ 4572000 w 5251939"/>
              <a:gd name="connsiteY11" fmla="*/ 4279967 h 4878432"/>
              <a:gd name="connsiteX12" fmla="*/ 4572000 w 5251939"/>
              <a:gd name="connsiteY12" fmla="*/ 4878432 h 4878432"/>
              <a:gd name="connsiteX13" fmla="*/ 4570834 w 5251939"/>
              <a:gd name="connsiteY13" fmla="*/ 3563909 h 4878432"/>
              <a:gd name="connsiteX14" fmla="*/ 3890895 w 5251939"/>
              <a:gd name="connsiteY14" fmla="*/ 3563909 h 4878432"/>
              <a:gd name="connsiteX15" fmla="*/ 3890895 w 5251939"/>
              <a:gd name="connsiteY15" fmla="*/ 4878432 h 4878432"/>
              <a:gd name="connsiteX16" fmla="*/ 3297114 w 5251939"/>
              <a:gd name="connsiteY16" fmla="*/ 4878432 h 4878432"/>
              <a:gd name="connsiteX17" fmla="*/ 3297114 w 5251939"/>
              <a:gd name="connsiteY17" fmla="*/ 3911406 h 4878432"/>
              <a:gd name="connsiteX18" fmla="*/ 2617175 w 5251939"/>
              <a:gd name="connsiteY18" fmla="*/ 3911406 h 4878432"/>
              <a:gd name="connsiteX19" fmla="*/ 2617175 w 5251939"/>
              <a:gd name="connsiteY19" fmla="*/ 4324451 h 4878432"/>
              <a:gd name="connsiteX20" fmla="*/ 1968893 w 5251939"/>
              <a:gd name="connsiteY20" fmla="*/ 4324451 h 4878432"/>
              <a:gd name="connsiteX21" fmla="*/ 1968893 w 5251939"/>
              <a:gd name="connsiteY21" fmla="*/ 4878432 h 4878432"/>
              <a:gd name="connsiteX22" fmla="*/ 1312985 w 5251939"/>
              <a:gd name="connsiteY22" fmla="*/ 4878432 h 4878432"/>
              <a:gd name="connsiteX23" fmla="*/ 1312985 w 5251939"/>
              <a:gd name="connsiteY23" fmla="*/ 4324451 h 4878432"/>
              <a:gd name="connsiteX24" fmla="*/ 642230 w 5251939"/>
              <a:gd name="connsiteY24" fmla="*/ 4324451 h 4878432"/>
              <a:gd name="connsiteX25" fmla="*/ 642230 w 5251939"/>
              <a:gd name="connsiteY25" fmla="*/ 3624890 h 4878432"/>
              <a:gd name="connsiteX26" fmla="*/ 0 w 5251939"/>
              <a:gd name="connsiteY26" fmla="*/ 3624890 h 4878432"/>
              <a:gd name="connsiteX27" fmla="*/ 0 w 5251939"/>
              <a:gd name="connsiteY27" fmla="*/ 375409 h 4878432"/>
              <a:gd name="connsiteX28" fmla="*/ 633046 w 5251939"/>
              <a:gd name="connsiteY28" fmla="*/ 375409 h 4878432"/>
              <a:gd name="connsiteX29" fmla="*/ 633046 w 5251939"/>
              <a:gd name="connsiteY29" fmla="*/ 1379096 h 4878432"/>
              <a:gd name="connsiteX30" fmla="*/ 1312985 w 5251939"/>
              <a:gd name="connsiteY30" fmla="*/ 1379096 h 4878432"/>
              <a:gd name="connsiteX31" fmla="*/ 1312985 w 5251939"/>
              <a:gd name="connsiteY31" fmla="*/ 0 h 4878432"/>
              <a:gd name="connsiteX0" fmla="*/ 1312985 w 5251939"/>
              <a:gd name="connsiteY0" fmla="*/ 0 h 4878432"/>
              <a:gd name="connsiteX1" fmla="*/ 1975340 w 5251939"/>
              <a:gd name="connsiteY1" fmla="*/ 0 h 4878432"/>
              <a:gd name="connsiteX2" fmla="*/ 1975340 w 5251939"/>
              <a:gd name="connsiteY2" fmla="*/ 982231 h 4878432"/>
              <a:gd name="connsiteX3" fmla="*/ 2648832 w 5251939"/>
              <a:gd name="connsiteY3" fmla="*/ 982231 h 4878432"/>
              <a:gd name="connsiteX4" fmla="*/ 2648832 w 5251939"/>
              <a:gd name="connsiteY4" fmla="*/ 1148083 h 4878432"/>
              <a:gd name="connsiteX5" fmla="*/ 3328771 w 5251939"/>
              <a:gd name="connsiteY5" fmla="*/ 1148083 h 4878432"/>
              <a:gd name="connsiteX6" fmla="*/ 3328771 w 5251939"/>
              <a:gd name="connsiteY6" fmla="*/ 0 h 4878432"/>
              <a:gd name="connsiteX7" fmla="*/ 4572000 w 5251939"/>
              <a:gd name="connsiteY7" fmla="*/ 0 h 4878432"/>
              <a:gd name="connsiteX8" fmla="*/ 4572000 w 5251939"/>
              <a:gd name="connsiteY8" fmla="*/ 1000460 h 4878432"/>
              <a:gd name="connsiteX9" fmla="*/ 5251939 w 5251939"/>
              <a:gd name="connsiteY9" fmla="*/ 1000460 h 4878432"/>
              <a:gd name="connsiteX10" fmla="*/ 5251939 w 5251939"/>
              <a:gd name="connsiteY10" fmla="*/ 4279967 h 4878432"/>
              <a:gd name="connsiteX11" fmla="*/ 4572000 w 5251939"/>
              <a:gd name="connsiteY11" fmla="*/ 4279967 h 4878432"/>
              <a:gd name="connsiteX12" fmla="*/ 4570834 w 5251939"/>
              <a:gd name="connsiteY12" fmla="*/ 3563909 h 4878432"/>
              <a:gd name="connsiteX13" fmla="*/ 3890895 w 5251939"/>
              <a:gd name="connsiteY13" fmla="*/ 3563909 h 4878432"/>
              <a:gd name="connsiteX14" fmla="*/ 3890895 w 5251939"/>
              <a:gd name="connsiteY14" fmla="*/ 4878432 h 4878432"/>
              <a:gd name="connsiteX15" fmla="*/ 3297114 w 5251939"/>
              <a:gd name="connsiteY15" fmla="*/ 4878432 h 4878432"/>
              <a:gd name="connsiteX16" fmla="*/ 3297114 w 5251939"/>
              <a:gd name="connsiteY16" fmla="*/ 3911406 h 4878432"/>
              <a:gd name="connsiteX17" fmla="*/ 2617175 w 5251939"/>
              <a:gd name="connsiteY17" fmla="*/ 3911406 h 4878432"/>
              <a:gd name="connsiteX18" fmla="*/ 2617175 w 5251939"/>
              <a:gd name="connsiteY18" fmla="*/ 4324451 h 4878432"/>
              <a:gd name="connsiteX19" fmla="*/ 1968893 w 5251939"/>
              <a:gd name="connsiteY19" fmla="*/ 4324451 h 4878432"/>
              <a:gd name="connsiteX20" fmla="*/ 1968893 w 5251939"/>
              <a:gd name="connsiteY20" fmla="*/ 4878432 h 4878432"/>
              <a:gd name="connsiteX21" fmla="*/ 1312985 w 5251939"/>
              <a:gd name="connsiteY21" fmla="*/ 4878432 h 4878432"/>
              <a:gd name="connsiteX22" fmla="*/ 1312985 w 5251939"/>
              <a:gd name="connsiteY22" fmla="*/ 4324451 h 4878432"/>
              <a:gd name="connsiteX23" fmla="*/ 642230 w 5251939"/>
              <a:gd name="connsiteY23" fmla="*/ 4324451 h 4878432"/>
              <a:gd name="connsiteX24" fmla="*/ 642230 w 5251939"/>
              <a:gd name="connsiteY24" fmla="*/ 3624890 h 4878432"/>
              <a:gd name="connsiteX25" fmla="*/ 0 w 5251939"/>
              <a:gd name="connsiteY25" fmla="*/ 3624890 h 4878432"/>
              <a:gd name="connsiteX26" fmla="*/ 0 w 5251939"/>
              <a:gd name="connsiteY26" fmla="*/ 375409 h 4878432"/>
              <a:gd name="connsiteX27" fmla="*/ 633046 w 5251939"/>
              <a:gd name="connsiteY27" fmla="*/ 375409 h 4878432"/>
              <a:gd name="connsiteX28" fmla="*/ 633046 w 5251939"/>
              <a:gd name="connsiteY28" fmla="*/ 1379096 h 4878432"/>
              <a:gd name="connsiteX29" fmla="*/ 1312985 w 5251939"/>
              <a:gd name="connsiteY29" fmla="*/ 1379096 h 4878432"/>
              <a:gd name="connsiteX30" fmla="*/ 1312985 w 5251939"/>
              <a:gd name="connsiteY30" fmla="*/ 0 h 487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251939" h="4878432">
                <a:moveTo>
                  <a:pt x="1312985" y="0"/>
                </a:moveTo>
                <a:lnTo>
                  <a:pt x="1975340" y="0"/>
                </a:lnTo>
                <a:lnTo>
                  <a:pt x="1975340" y="982231"/>
                </a:lnTo>
                <a:lnTo>
                  <a:pt x="2648832" y="982231"/>
                </a:lnTo>
                <a:lnTo>
                  <a:pt x="2648832" y="1148083"/>
                </a:lnTo>
                <a:lnTo>
                  <a:pt x="3328771" y="1148083"/>
                </a:lnTo>
                <a:lnTo>
                  <a:pt x="3328771" y="0"/>
                </a:lnTo>
                <a:lnTo>
                  <a:pt x="4572000" y="0"/>
                </a:lnTo>
                <a:lnTo>
                  <a:pt x="4572000" y="1000460"/>
                </a:lnTo>
                <a:lnTo>
                  <a:pt x="5251939" y="1000460"/>
                </a:lnTo>
                <a:lnTo>
                  <a:pt x="5251939" y="4279967"/>
                </a:lnTo>
                <a:lnTo>
                  <a:pt x="4572000" y="4279967"/>
                </a:lnTo>
                <a:cubicBezTo>
                  <a:pt x="4571611" y="4041281"/>
                  <a:pt x="4571223" y="3802595"/>
                  <a:pt x="4570834" y="3563909"/>
                </a:cubicBezTo>
                <a:lnTo>
                  <a:pt x="3890895" y="3563909"/>
                </a:lnTo>
                <a:lnTo>
                  <a:pt x="3890895" y="4878432"/>
                </a:lnTo>
                <a:lnTo>
                  <a:pt x="3297114" y="4878432"/>
                </a:lnTo>
                <a:lnTo>
                  <a:pt x="3297114" y="3911406"/>
                </a:lnTo>
                <a:lnTo>
                  <a:pt x="2617175" y="3911406"/>
                </a:lnTo>
                <a:lnTo>
                  <a:pt x="2617175" y="4324451"/>
                </a:lnTo>
                <a:lnTo>
                  <a:pt x="1968893" y="4324451"/>
                </a:lnTo>
                <a:lnTo>
                  <a:pt x="1968893" y="4878432"/>
                </a:lnTo>
                <a:lnTo>
                  <a:pt x="1312985" y="4878432"/>
                </a:lnTo>
                <a:lnTo>
                  <a:pt x="1312985" y="4324451"/>
                </a:lnTo>
                <a:lnTo>
                  <a:pt x="642230" y="4324451"/>
                </a:lnTo>
                <a:lnTo>
                  <a:pt x="642230" y="3624890"/>
                </a:lnTo>
                <a:lnTo>
                  <a:pt x="0" y="3624890"/>
                </a:lnTo>
                <a:lnTo>
                  <a:pt x="0" y="375409"/>
                </a:lnTo>
                <a:lnTo>
                  <a:pt x="633046" y="375409"/>
                </a:lnTo>
                <a:lnTo>
                  <a:pt x="633046" y="1379096"/>
                </a:lnTo>
                <a:lnTo>
                  <a:pt x="1312985" y="1379096"/>
                </a:lnTo>
                <a:lnTo>
                  <a:pt x="1312985" y="0"/>
                </a:lnTo>
                <a:close/>
              </a:path>
            </a:pathLst>
          </a:custGeom>
          <a:effectLst>
            <a:innerShdw blurRad="254000" dist="127000">
              <a:prstClr val="black">
                <a:alpha val="50000"/>
              </a:prstClr>
            </a:innerShdw>
          </a:effectLst>
        </p:spPr>
        <p:txBody>
          <a:bodyPr wrap="square" anchor="ctr">
            <a:noAutofit/>
          </a:bodyPr>
          <a:lstStyle>
            <a:lvl1pPr marL="0" indent="0" algn="ctr">
              <a:buNone/>
              <a:defRPr/>
            </a:lvl1pPr>
          </a:lstStyle>
          <a:p>
            <a:r>
              <a:rPr lang="en-US"/>
              <a:t>Click icon to add picture</a:t>
            </a:r>
            <a:endParaRPr lang="en-US" dirty="0"/>
          </a:p>
        </p:txBody>
      </p:sp>
      <p:sp>
        <p:nvSpPr>
          <p:cNvPr id="58" name="Text Placeholder 2">
            <a:extLst>
              <a:ext uri="{FF2B5EF4-FFF2-40B4-BE49-F238E27FC236}">
                <a16:creationId xmlns:a16="http://schemas.microsoft.com/office/drawing/2014/main" id="{75065C5E-8027-4266-B6BE-BA117C6F7ACA}"/>
              </a:ext>
            </a:extLst>
          </p:cNvPr>
          <p:cNvSpPr>
            <a:spLocks noGrp="1"/>
          </p:cNvSpPr>
          <p:nvPr>
            <p:ph type="body" idx="13" hasCustomPrompt="1"/>
          </p:nvPr>
        </p:nvSpPr>
        <p:spPr>
          <a:xfrm>
            <a:off x="7819116" y="1003687"/>
            <a:ext cx="3991884" cy="407670"/>
          </a:xfrm>
        </p:spPr>
        <p:txBody>
          <a:bodyPr lIns="0" rIns="0" anchor="ctr">
            <a:noAutofit/>
          </a:bodyPr>
          <a:lstStyle>
            <a:lvl1pPr marL="0" indent="0">
              <a:buNone/>
              <a:defRPr sz="2000" spc="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HERE</a:t>
            </a:r>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8F64841-5495-4B23-A74E-409C28CB7AC1}"/>
              </a:ext>
            </a:extLst>
          </p:cNvPr>
          <p:cNvSpPr/>
          <p:nvPr userDrawn="1"/>
        </p:nvSpPr>
        <p:spPr>
          <a:xfrm>
            <a:off x="7415213" y="0"/>
            <a:ext cx="4776787" cy="6846932"/>
          </a:xfrm>
          <a:prstGeom prst="rect">
            <a:avLst/>
          </a:prstGeom>
          <a:solidFill>
            <a:srgbClr val="2F3342"/>
          </a:solidFill>
          <a:ln>
            <a:noFill/>
          </a:ln>
          <a:effectLst>
            <a:innerShdw blurRad="254000" dist="1270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chor="ctr">
            <a:noAutofit/>
          </a:bodyPr>
          <a:lstStyle>
            <a:lvl1pPr algn="l">
              <a:defRPr sz="3200" spc="300">
                <a:solidFill>
                  <a:schemeClr val="bg1"/>
                </a:solidFill>
              </a:defRPr>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625512"/>
            <a:ext cx="4018722" cy="4636392"/>
          </a:xfrm>
        </p:spPr>
        <p:txBody>
          <a:bodyPr lIns="0" rIns="0">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400">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a:extLst>
              <a:ext uri="{FF2B5EF4-FFF2-40B4-BE49-F238E27FC236}">
                <a16:creationId xmlns:a16="http://schemas.microsoft.com/office/drawing/2014/main" id="{6CAAB964-0A56-4842-AA82-7610F726CD14}"/>
              </a:ext>
            </a:extLst>
          </p:cNvPr>
          <p:cNvSpPr>
            <a:spLocks noGrp="1"/>
          </p:cNvSpPr>
          <p:nvPr>
            <p:ph type="body" idx="13" hasCustomPrompt="1"/>
          </p:nvPr>
        </p:nvSpPr>
        <p:spPr>
          <a:xfrm>
            <a:off x="7819116" y="1003687"/>
            <a:ext cx="3991884" cy="407670"/>
          </a:xfrm>
        </p:spPr>
        <p:txBody>
          <a:bodyPr lIns="0" rIns="0" anchor="ctr">
            <a:noAutofit/>
          </a:bodyPr>
          <a:lstStyle>
            <a:lvl1pPr marL="0" indent="0">
              <a:buNone/>
              <a:defRPr sz="2000" spc="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 HERE</a:t>
            </a:r>
          </a:p>
        </p:txBody>
      </p:sp>
      <p:sp>
        <p:nvSpPr>
          <p:cNvPr id="13" name="Content Placeholder 12">
            <a:extLst>
              <a:ext uri="{FF2B5EF4-FFF2-40B4-BE49-F238E27FC236}">
                <a16:creationId xmlns:a16="http://schemas.microsoft.com/office/drawing/2014/main" id="{483349C3-B089-45CF-9643-0D25E709663B}"/>
              </a:ext>
            </a:extLst>
          </p:cNvPr>
          <p:cNvSpPr>
            <a:spLocks noGrp="1"/>
          </p:cNvSpPr>
          <p:nvPr>
            <p:ph sz="quarter" idx="14"/>
          </p:nvPr>
        </p:nvSpPr>
        <p:spPr>
          <a:xfrm>
            <a:off x="0" y="0"/>
            <a:ext cx="7415213" cy="6858000"/>
          </a:xfrm>
        </p:spPr>
        <p:txBody>
          <a:bodyPr anchor="ctr"/>
          <a:lstStyle>
            <a:lvl1pPr marL="0" indent="0" algn="ctr">
              <a:buNone/>
              <a:defRPr/>
            </a:lvl1pPr>
          </a:lstStyle>
          <a:p>
            <a:pPr lvl="0"/>
            <a:r>
              <a:rPr lang="en-US"/>
              <a:t>Edit Master text styles</a:t>
            </a:r>
          </a:p>
        </p:txBody>
      </p:sp>
      <p:sp>
        <p:nvSpPr>
          <p:cNvPr id="16" name="Slide Number Placeholder 5">
            <a:extLst>
              <a:ext uri="{FF2B5EF4-FFF2-40B4-BE49-F238E27FC236}">
                <a16:creationId xmlns:a16="http://schemas.microsoft.com/office/drawing/2014/main" id="{E7D247BC-E419-4355-8738-B9CE5CA19B5C}"/>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bg1"/>
                </a:solidFill>
              </a:defRPr>
            </a:lvl1pPr>
          </a:lstStyle>
          <a:p>
            <a:fld id="{8C2E478F-E849-4A8C-AF1F-CBCC78A7CBFA}" type="slidenum">
              <a:rPr lang="en-US" smtClean="0"/>
              <a:pPr/>
              <a:t>‹#›</a:t>
            </a:fld>
            <a:endParaRPr lang="en-US" dirty="0"/>
          </a:p>
        </p:txBody>
      </p:sp>
      <p:sp>
        <p:nvSpPr>
          <p:cNvPr id="17" name="Shape 61">
            <a:extLst>
              <a:ext uri="{FF2B5EF4-FFF2-40B4-BE49-F238E27FC236}">
                <a16:creationId xmlns:a16="http://schemas.microsoft.com/office/drawing/2014/main" id="{649B49FF-0FAA-4E6C-820C-B1F434911FDC}"/>
              </a:ext>
            </a:extLst>
          </p:cNvPr>
          <p:cNvSpPr/>
          <p:nvPr userDrawn="1"/>
        </p:nvSpPr>
        <p:spPr>
          <a:xfrm>
            <a:off x="10184825" y="6413649"/>
            <a:ext cx="1399614"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chemeClr val="bg1"/>
                </a:solidFill>
                <a:latin typeface="+mn-lt"/>
                <a:ea typeface="+mn-ea"/>
                <a:cs typeface="+mn-cs"/>
                <a:sym typeface="Bebas"/>
              </a:rPr>
              <a:t>FABRIKAM</a:t>
            </a:r>
            <a:endParaRPr lang="en-US" sz="2400" b="1" i="0" spc="0" dirty="0">
              <a:solidFill>
                <a:schemeClr val="bg1"/>
              </a:solidFill>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22676957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5767754" y="365125"/>
            <a:ext cx="6043246" cy="573989"/>
          </a:xfrm>
        </p:spPr>
        <p:txBody>
          <a:bodyPr anchor="ctr">
            <a:noAutofit/>
          </a:bodyPr>
          <a:lstStyle>
            <a:lvl1pPr algn="l">
              <a:defRPr sz="3600" spc="300"/>
            </a:lvl1pPr>
          </a:lstStyle>
          <a:p>
            <a:r>
              <a:rPr lang="en-US" dirty="0"/>
              <a:t>CLICK TO EDIT MASTER</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5767754" y="1625512"/>
            <a:ext cx="6043246" cy="4636392"/>
          </a:xfrm>
        </p:spPr>
        <p:txBody>
          <a:bodyPr>
            <a:normAutofit/>
          </a:bodyPr>
          <a:lstStyle>
            <a:lvl1pPr>
              <a:lnSpc>
                <a:spcPct val="150000"/>
              </a:lnSpc>
              <a:defRPr sz="1600"/>
            </a:lvl1pPr>
            <a:lvl2pPr>
              <a:lnSpc>
                <a:spcPct val="150000"/>
              </a:lnSpc>
              <a:defRPr sz="1400"/>
            </a:lvl2pPr>
            <a:lvl3pPr>
              <a:lnSpc>
                <a:spcPct val="150000"/>
              </a:lnSpc>
              <a:defRPr sz="1400"/>
            </a:lvl3pPr>
            <a:lvl4pPr>
              <a:lnSpc>
                <a:spcPct val="150000"/>
              </a:lnSpc>
              <a:defRPr sz="1200"/>
            </a:lvl4pPr>
            <a:lvl5pPr>
              <a:lnSpc>
                <a:spcPct val="150000"/>
              </a:lnSpc>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a:extLst>
              <a:ext uri="{FF2B5EF4-FFF2-40B4-BE49-F238E27FC236}">
                <a16:creationId xmlns:a16="http://schemas.microsoft.com/office/drawing/2014/main" id="{6CAAB964-0A56-4842-AA82-7610F726CD14}"/>
              </a:ext>
            </a:extLst>
          </p:cNvPr>
          <p:cNvSpPr>
            <a:spLocks noGrp="1"/>
          </p:cNvSpPr>
          <p:nvPr>
            <p:ph type="body" idx="13" hasCustomPrompt="1"/>
          </p:nvPr>
        </p:nvSpPr>
        <p:spPr>
          <a:xfrm>
            <a:off x="5767754" y="1003687"/>
            <a:ext cx="6043246" cy="365125"/>
          </a:xfrm>
        </p:spPr>
        <p:txBody>
          <a:bodyPr anchor="ctr">
            <a:noAutofit/>
          </a:bodyPr>
          <a:lstStyle>
            <a:lvl1pPr marL="0" indent="0">
              <a:buNone/>
              <a:defRPr sz="2000" spc="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a:innerShdw blurRad="254000" dist="127000">
              <a:prstClr val="black">
                <a:alpha val="50000"/>
              </a:prstClr>
            </a:innerShdw>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40849B93-E2CE-4654-9EC7-7DFA141A5500}"/>
              </a:ext>
            </a:extLst>
          </p:cNvPr>
          <p:cNvSpPr>
            <a:spLocks noGrp="1"/>
          </p:cNvSpPr>
          <p:nvPr>
            <p:ph type="body" idx="1" hasCustomPrompt="1"/>
          </p:nvPr>
        </p:nvSpPr>
        <p:spPr>
          <a:xfrm>
            <a:off x="5904689" y="5038489"/>
            <a:ext cx="5933872" cy="365125"/>
          </a:xfrm>
        </p:spPr>
        <p:txBody>
          <a:bodyPr anchor="ctr"/>
          <a:lstStyle>
            <a:lvl1pPr marL="0" indent="0" algn="ctr">
              <a:lnSpc>
                <a:spcPct val="100000"/>
              </a:lnSpc>
              <a:buNone/>
              <a:defRPr sz="2400" spc="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Rectangle 6">
            <a:extLst>
              <a:ext uri="{FF2B5EF4-FFF2-40B4-BE49-F238E27FC236}">
                <a16:creationId xmlns:a16="http://schemas.microsoft.com/office/drawing/2014/main" id="{E7E94348-3BFC-4B39-9C3B-628E777B98F4}"/>
              </a:ext>
            </a:extLst>
          </p:cNvPr>
          <p:cNvSpPr/>
          <p:nvPr userDrawn="1"/>
        </p:nvSpPr>
        <p:spPr>
          <a:xfrm>
            <a:off x="0" y="0"/>
            <a:ext cx="6107906" cy="6858000"/>
          </a:xfrm>
          <a:custGeom>
            <a:avLst/>
            <a:gdLst>
              <a:gd name="connsiteX0" fmla="*/ 0 w 6107906"/>
              <a:gd name="connsiteY0" fmla="*/ 0 h 6858000"/>
              <a:gd name="connsiteX1" fmla="*/ 6107906 w 6107906"/>
              <a:gd name="connsiteY1" fmla="*/ 0 h 6858000"/>
              <a:gd name="connsiteX2" fmla="*/ 610790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23338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593309 w 6107906"/>
              <a:gd name="connsiteY2" fmla="*/ 6848272 h 6858000"/>
              <a:gd name="connsiteX3" fmla="*/ 0 w 6107906"/>
              <a:gd name="connsiteY3" fmla="*/ 6858000 h 6858000"/>
              <a:gd name="connsiteX4" fmla="*/ 0 w 6107906"/>
              <a:gd name="connsiteY4" fmla="*/ 0 h 6858000"/>
              <a:gd name="connsiteX0" fmla="*/ 1517515 w 6107906"/>
              <a:gd name="connsiteY0" fmla="*/ 0 h 6858000"/>
              <a:gd name="connsiteX1" fmla="*/ 6107906 w 6107906"/>
              <a:gd name="connsiteY1" fmla="*/ 0 h 6858000"/>
              <a:gd name="connsiteX2" fmla="*/ 4593309 w 6107906"/>
              <a:gd name="connsiteY2" fmla="*/ 6848272 h 6858000"/>
              <a:gd name="connsiteX3" fmla="*/ 0 w 6107906"/>
              <a:gd name="connsiteY3" fmla="*/ 6858000 h 6858000"/>
              <a:gd name="connsiteX4" fmla="*/ 1517515 w 6107906"/>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7906" h="6858000">
                <a:moveTo>
                  <a:pt x="1517515" y="0"/>
                </a:moveTo>
                <a:lnTo>
                  <a:pt x="6107906" y="0"/>
                </a:lnTo>
                <a:lnTo>
                  <a:pt x="4593309" y="6848272"/>
                </a:lnTo>
                <a:lnTo>
                  <a:pt x="0" y="6858000"/>
                </a:lnTo>
                <a:lnTo>
                  <a:pt x="1517515" y="0"/>
                </a:lnTo>
                <a:close/>
              </a:path>
            </a:pathLst>
          </a:cu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01219AD9-34B1-4C27-8648-E7D7C69C07F9}"/>
              </a:ext>
            </a:extLst>
          </p:cNvPr>
          <p:cNvSpPr>
            <a:spLocks noGrp="1"/>
          </p:cNvSpPr>
          <p:nvPr>
            <p:ph type="title" hasCustomPrompt="1"/>
          </p:nvPr>
        </p:nvSpPr>
        <p:spPr>
          <a:xfrm>
            <a:off x="5904689" y="1546699"/>
            <a:ext cx="5933872" cy="3491790"/>
          </a:xfrm>
        </p:spPr>
        <p:txBody>
          <a:bodyPr anchor="ctr"/>
          <a:lstStyle>
            <a:lvl1pPr algn="ctr">
              <a:defRPr sz="6000" b="1" spc="300">
                <a:solidFill>
                  <a:schemeClr val="tx1"/>
                </a:solidFill>
              </a:defRPr>
            </a:lvl1pPr>
          </a:lstStyle>
          <a:p>
            <a:r>
              <a:rPr lang="en-US" dirty="0"/>
              <a:t>CLICK TO EDIT MASTER TITLE</a:t>
            </a:r>
          </a:p>
        </p:txBody>
      </p:sp>
    </p:spTree>
    <p:extLst>
      <p:ext uri="{BB962C8B-B14F-4D97-AF65-F5344CB8AC3E}">
        <p14:creationId xmlns:p14="http://schemas.microsoft.com/office/powerpoint/2010/main" val="1257312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B66B20-A484-4A16-A015-2118F9AF2101}"/>
              </a:ext>
            </a:extLst>
          </p:cNvPr>
          <p:cNvSpPr/>
          <p:nvPr userDrawn="1"/>
        </p:nvSpPr>
        <p:spPr>
          <a:xfrm>
            <a:off x="0" y="0"/>
            <a:ext cx="6107906" cy="6858000"/>
          </a:xfrm>
          <a:custGeom>
            <a:avLst/>
            <a:gdLst>
              <a:gd name="connsiteX0" fmla="*/ 0 w 6107906"/>
              <a:gd name="connsiteY0" fmla="*/ 0 h 6858000"/>
              <a:gd name="connsiteX1" fmla="*/ 6107906 w 6107906"/>
              <a:gd name="connsiteY1" fmla="*/ 0 h 6858000"/>
              <a:gd name="connsiteX2" fmla="*/ 6107906 w 6107906"/>
              <a:gd name="connsiteY2" fmla="*/ 6858000 h 6858000"/>
              <a:gd name="connsiteX3" fmla="*/ 0 w 6107906"/>
              <a:gd name="connsiteY3" fmla="*/ 6858000 h 6858000"/>
              <a:gd name="connsiteX4" fmla="*/ 0 w 6107906"/>
              <a:gd name="connsiteY4" fmla="*/ 0 h 6858000"/>
              <a:gd name="connsiteX0" fmla="*/ 0 w 6107906"/>
              <a:gd name="connsiteY0" fmla="*/ 0 h 6858000"/>
              <a:gd name="connsiteX1" fmla="*/ 6107906 w 6107906"/>
              <a:gd name="connsiteY1" fmla="*/ 0 h 6858000"/>
              <a:gd name="connsiteX2" fmla="*/ 4233386 w 6107906"/>
              <a:gd name="connsiteY2" fmla="*/ 6858000 h 6858000"/>
              <a:gd name="connsiteX3" fmla="*/ 0 w 6107906"/>
              <a:gd name="connsiteY3" fmla="*/ 6858000 h 6858000"/>
              <a:gd name="connsiteX4" fmla="*/ 0 w 6107906"/>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7906" h="6858000">
                <a:moveTo>
                  <a:pt x="0" y="0"/>
                </a:moveTo>
                <a:lnTo>
                  <a:pt x="6107906" y="0"/>
                </a:lnTo>
                <a:lnTo>
                  <a:pt x="4233386" y="6858000"/>
                </a:lnTo>
                <a:lnTo>
                  <a:pt x="0" y="6858000"/>
                </a:lnTo>
                <a:lnTo>
                  <a:pt x="0" y="0"/>
                </a:lnTo>
                <a:close/>
              </a:path>
            </a:pathLst>
          </a:cu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209064"/>
            <a:ext cx="5251450" cy="365125"/>
          </a:xfrm>
        </p:spPr>
        <p:txBody>
          <a:bodyPr anchor="ctr"/>
          <a:lstStyle>
            <a:lvl1pPr marL="0" indent="0">
              <a:lnSpc>
                <a:spcPct val="100000"/>
              </a:lnSpc>
              <a:buNone/>
              <a:defRPr sz="2400" spc="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520779"/>
            <a:ext cx="5251450" cy="1661297"/>
          </a:xfrm>
        </p:spPr>
        <p:txBody>
          <a:bodyPr anchor="ctr"/>
          <a:lstStyle>
            <a:lvl1pPr algn="l">
              <a:defRPr sz="6000" spc="300"/>
            </a:lvl1pPr>
          </a:lstStyle>
          <a:p>
            <a:r>
              <a:rPr lang="en-US" dirty="0"/>
              <a:t>CLICK TO EDIT MASTER TITLE</a:t>
            </a:r>
          </a:p>
        </p:txBody>
      </p:sp>
    </p:spTree>
    <p:extLst>
      <p:ext uri="{BB962C8B-B14F-4D97-AF65-F5344CB8AC3E}">
        <p14:creationId xmlns:p14="http://schemas.microsoft.com/office/powerpoint/2010/main" val="2457350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A27944-63F0-4B2F-AD45-448C6DF71C85}"/>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AF5DAC0D-26BC-4E19-94BF-7F158080FB62}"/>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2" name="Title 1">
            <a:extLst>
              <a:ext uri="{FF2B5EF4-FFF2-40B4-BE49-F238E27FC236}">
                <a16:creationId xmlns:a16="http://schemas.microsoft.com/office/drawing/2014/main" id="{2C63BDE4-1CD0-AC4C-A2A9-C858427B0E20}"/>
              </a:ext>
            </a:extLst>
          </p:cNvPr>
          <p:cNvSpPr>
            <a:spLocks noGrp="1"/>
          </p:cNvSpPr>
          <p:nvPr>
            <p:ph type="title" hasCustomPrompt="1"/>
          </p:nvPr>
        </p:nvSpPr>
        <p:spPr/>
        <p:txBody>
          <a:bodyPr/>
          <a:lstStyle>
            <a:lvl1pPr>
              <a:lnSpc>
                <a:spcPct val="100000"/>
              </a:lnSpc>
              <a:defRPr/>
            </a:lvl1pPr>
          </a:lstStyle>
          <a:p>
            <a:r>
              <a:rPr lang="en-US" dirty="0"/>
              <a:t>CLICK TO EDIT MASTER TITLE STYLE</a:t>
            </a:r>
          </a:p>
        </p:txBody>
      </p:sp>
      <p:sp>
        <p:nvSpPr>
          <p:cNvPr id="8" name="Text Placeholder 2">
            <a:extLst>
              <a:ext uri="{FF2B5EF4-FFF2-40B4-BE49-F238E27FC236}">
                <a16:creationId xmlns:a16="http://schemas.microsoft.com/office/drawing/2014/main" id="{67265051-1E5A-D844-BA21-383315517276}"/>
              </a:ext>
            </a:extLst>
          </p:cNvPr>
          <p:cNvSpPr>
            <a:spLocks noGrp="1"/>
          </p:cNvSpPr>
          <p:nvPr>
            <p:ph idx="1"/>
          </p:nvPr>
        </p:nvSpPr>
        <p:spPr>
          <a:xfrm>
            <a:off x="594519" y="1690117"/>
            <a:ext cx="10989920" cy="4486845"/>
          </a:xfrm>
          <a:prstGeom prst="rect">
            <a:avLst/>
          </a:prstGeom>
        </p:spPr>
        <p:txBody>
          <a:bodyPr vert="horz" lIns="91440" tIns="45720" rIns="91440" bIns="45720" rtlCol="0">
            <a:normAutofit/>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62968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CCD8B1-7DA9-46E5-8EC4-7B1E0D7E9B20}"/>
              </a:ext>
            </a:extLst>
          </p:cNvPr>
          <p:cNvSpPr/>
          <p:nvPr userDrawn="1"/>
        </p:nvSpPr>
        <p:spPr>
          <a:xfrm>
            <a:off x="6084094" y="1189038"/>
            <a:ext cx="6107906" cy="5668962"/>
          </a:xfrm>
          <a:prstGeom prst="rect">
            <a:avLst/>
          </a:pr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0E18C59-4654-4610-A461-4DAD6B9AA844}"/>
              </a:ext>
            </a:extLst>
          </p:cNvPr>
          <p:cNvSpPr/>
          <p:nvPr userDrawn="1"/>
        </p:nvSpPr>
        <p:spPr>
          <a:xfrm>
            <a:off x="0" y="1189038"/>
            <a:ext cx="6096000" cy="5668962"/>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594519" y="0"/>
            <a:ext cx="11002962" cy="1189038"/>
          </a:xfrm>
        </p:spPr>
        <p:txBody>
          <a:bodyPr>
            <a:normAutofit/>
          </a:bodyPr>
          <a:lstStyle>
            <a:lvl1pPr algn="ctr">
              <a:defRPr sz="3600" spc="300"/>
            </a:lvl1pPr>
          </a:lstStyle>
          <a:p>
            <a:r>
              <a:rPr lang="en-US" dirty="0"/>
              <a:t>CLICK TO EDIT MASTER TITLE STYLE</a:t>
            </a:r>
          </a:p>
        </p:txBody>
      </p:sp>
      <p:sp>
        <p:nvSpPr>
          <p:cNvPr id="3" name="Text Placeholder 2">
            <a:extLst>
              <a:ext uri="{FF2B5EF4-FFF2-40B4-BE49-F238E27FC236}">
                <a16:creationId xmlns:a16="http://schemas.microsoft.com/office/drawing/2014/main" id="{9BDA91F3-AE43-4DDA-AB24-49CF87963D72}"/>
              </a:ext>
            </a:extLst>
          </p:cNvPr>
          <p:cNvSpPr>
            <a:spLocks noGrp="1"/>
          </p:cNvSpPr>
          <p:nvPr>
            <p:ph type="body" idx="1"/>
          </p:nvPr>
        </p:nvSpPr>
        <p:spPr>
          <a:xfrm>
            <a:off x="469107" y="1827972"/>
            <a:ext cx="5157787" cy="494506"/>
          </a:xfrm>
        </p:spPr>
        <p:txBody>
          <a:bodyPr lIns="0" tIns="0" rIns="0" bIns="0" anchor="ctr"/>
          <a:lstStyle>
            <a:lvl1pPr marL="0" indent="0">
              <a:buNone/>
              <a:defRPr sz="2400" b="0" spc="6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4A648F6-CDB4-4032-9F98-6ED11F980765}"/>
              </a:ext>
            </a:extLst>
          </p:cNvPr>
          <p:cNvSpPr>
            <a:spLocks noGrp="1"/>
          </p:cNvSpPr>
          <p:nvPr>
            <p:ph sz="half" idx="2"/>
          </p:nvPr>
        </p:nvSpPr>
        <p:spPr>
          <a:xfrm>
            <a:off x="469107" y="2342356"/>
            <a:ext cx="5157787" cy="3684588"/>
          </a:xfrm>
        </p:spPr>
        <p:txBody>
          <a:bodyPr lIns="0" tIns="0" rIns="0" bIns="0">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400">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58F648F-0299-4352-914D-9ACEEF6FE597}"/>
              </a:ext>
            </a:extLst>
          </p:cNvPr>
          <p:cNvSpPr>
            <a:spLocks noGrp="1"/>
          </p:cNvSpPr>
          <p:nvPr>
            <p:ph type="body" sz="quarter" idx="3"/>
          </p:nvPr>
        </p:nvSpPr>
        <p:spPr>
          <a:xfrm>
            <a:off x="6565107" y="1827972"/>
            <a:ext cx="5183188" cy="494506"/>
          </a:xfrm>
        </p:spPr>
        <p:txBody>
          <a:bodyPr lIns="0" tIns="0" rIns="0" bIns="0" anchor="ctr"/>
          <a:lstStyle>
            <a:lvl1pPr marL="0" indent="0">
              <a:buNone/>
              <a:defRPr sz="2400" b="0" spc="6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5215A19-FA39-4BD0-87C2-8DA3B8C587BB}"/>
              </a:ext>
            </a:extLst>
          </p:cNvPr>
          <p:cNvSpPr>
            <a:spLocks noGrp="1"/>
          </p:cNvSpPr>
          <p:nvPr>
            <p:ph sz="quarter" idx="4"/>
          </p:nvPr>
        </p:nvSpPr>
        <p:spPr>
          <a:xfrm>
            <a:off x="6565107" y="2342356"/>
            <a:ext cx="5183188" cy="3684588"/>
          </a:xfrm>
        </p:spPr>
        <p:txBody>
          <a:bodyPr lIns="0" tIns="0" rIns="0" bIns="0">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400">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CCD8B1-7DA9-46E5-8EC4-7B1E0D7E9B20}"/>
              </a:ext>
            </a:extLst>
          </p:cNvPr>
          <p:cNvSpPr/>
          <p:nvPr userDrawn="1"/>
        </p:nvSpPr>
        <p:spPr>
          <a:xfrm>
            <a:off x="6084094" y="1189038"/>
            <a:ext cx="6107906" cy="5668962"/>
          </a:xfrm>
          <a:prstGeom prst="rect">
            <a:avLst/>
          </a:prstGeom>
          <a:gradFill>
            <a:gsLst>
              <a:gs pos="0">
                <a:srgbClr val="01023B">
                  <a:alpha val="80000"/>
                </a:srgbClr>
              </a:gs>
              <a:gs pos="100000">
                <a:srgbClr val="E99757">
                  <a:lumMod val="97000"/>
                  <a:lumOff val="3000"/>
                  <a:alpha val="80000"/>
                </a:srgbClr>
              </a:gs>
              <a:gs pos="50000">
                <a:srgbClr val="A53F52">
                  <a:alpha val="8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0E18C59-4654-4610-A461-4DAD6B9AA844}"/>
              </a:ext>
            </a:extLst>
          </p:cNvPr>
          <p:cNvSpPr/>
          <p:nvPr userDrawn="1"/>
        </p:nvSpPr>
        <p:spPr>
          <a:xfrm>
            <a:off x="0" y="1189038"/>
            <a:ext cx="6096000" cy="5668962"/>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594519" y="0"/>
            <a:ext cx="11002962" cy="1189038"/>
          </a:xfrm>
        </p:spPr>
        <p:txBody>
          <a:bodyPr>
            <a:normAutofit/>
          </a:bodyPr>
          <a:lstStyle>
            <a:lvl1pPr algn="ctr">
              <a:defRPr sz="3600" spc="300"/>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5" name="Content Placeholder 2">
            <a:extLst>
              <a:ext uri="{FF2B5EF4-FFF2-40B4-BE49-F238E27FC236}">
                <a16:creationId xmlns:a16="http://schemas.microsoft.com/office/drawing/2014/main" id="{2B178DD2-BCD4-4E9E-8EAA-0A3AB74C6160}"/>
              </a:ext>
            </a:extLst>
          </p:cNvPr>
          <p:cNvSpPr>
            <a:spLocks noGrp="1"/>
          </p:cNvSpPr>
          <p:nvPr>
            <p:ph sz="half" idx="1"/>
          </p:nvPr>
        </p:nvSpPr>
        <p:spPr>
          <a:xfrm>
            <a:off x="594519"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a:extLst>
              <a:ext uri="{FF2B5EF4-FFF2-40B4-BE49-F238E27FC236}">
                <a16:creationId xmlns:a16="http://schemas.microsoft.com/office/drawing/2014/main" id="{0B7D881D-13DE-4377-AA74-0EBFD9C9926A}"/>
              </a:ext>
            </a:extLst>
          </p:cNvPr>
          <p:cNvSpPr>
            <a:spLocks noGrp="1"/>
          </p:cNvSpPr>
          <p:nvPr>
            <p:ph sz="half" idx="2"/>
          </p:nvPr>
        </p:nvSpPr>
        <p:spPr>
          <a:xfrm>
            <a:off x="6415881"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847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E18C59-4654-4610-A461-4DAD6B9AA844}"/>
              </a:ext>
            </a:extLst>
          </p:cNvPr>
          <p:cNvSpPr/>
          <p:nvPr userDrawn="1"/>
        </p:nvSpPr>
        <p:spPr>
          <a:xfrm>
            <a:off x="0" y="0"/>
            <a:ext cx="5032374" cy="6858000"/>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839788" y="801277"/>
            <a:ext cx="3932238" cy="1583703"/>
          </a:xfrm>
        </p:spPr>
        <p:txBody>
          <a:bodyPr>
            <a:normAutofit/>
          </a:bodyPr>
          <a:lstStyle>
            <a:lvl1pPr algn="l">
              <a:defRPr sz="3600" spc="3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6" name="Text Placeholder 3">
            <a:extLst>
              <a:ext uri="{FF2B5EF4-FFF2-40B4-BE49-F238E27FC236}">
                <a16:creationId xmlns:a16="http://schemas.microsoft.com/office/drawing/2014/main" id="{1B8C1683-B5FA-422D-82FD-3E04C0D01AC4}"/>
              </a:ext>
            </a:extLst>
          </p:cNvPr>
          <p:cNvSpPr>
            <a:spLocks noGrp="1"/>
          </p:cNvSpPr>
          <p:nvPr>
            <p:ph type="body" sz="half" idx="2"/>
          </p:nvPr>
        </p:nvSpPr>
        <p:spPr>
          <a:xfrm>
            <a:off x="839788" y="2480552"/>
            <a:ext cx="3932237" cy="3388435"/>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7" name="Content Placeholder 2">
            <a:extLst>
              <a:ext uri="{FF2B5EF4-FFF2-40B4-BE49-F238E27FC236}">
                <a16:creationId xmlns:a16="http://schemas.microsoft.com/office/drawing/2014/main" id="{64332CC6-AF18-49EE-9933-50E3E93F6B86}"/>
              </a:ext>
            </a:extLst>
          </p:cNvPr>
          <p:cNvSpPr>
            <a:spLocks noGrp="1"/>
          </p:cNvSpPr>
          <p:nvPr>
            <p:ph idx="1"/>
          </p:nvPr>
        </p:nvSpPr>
        <p:spPr>
          <a:xfrm>
            <a:off x="5183188" y="801277"/>
            <a:ext cx="6565106" cy="5059773"/>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0794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0E18C59-4654-4610-A461-4DAD6B9AA844}"/>
              </a:ext>
            </a:extLst>
          </p:cNvPr>
          <p:cNvSpPr/>
          <p:nvPr userDrawn="1"/>
        </p:nvSpPr>
        <p:spPr>
          <a:xfrm>
            <a:off x="0" y="0"/>
            <a:ext cx="5032374" cy="6858000"/>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4E289BF-FC60-4B0A-9338-19DFADB75B3E}"/>
              </a:ext>
            </a:extLst>
          </p:cNvPr>
          <p:cNvSpPr>
            <a:spLocks noGrp="1"/>
          </p:cNvSpPr>
          <p:nvPr>
            <p:ph type="title" hasCustomPrompt="1"/>
          </p:nvPr>
        </p:nvSpPr>
        <p:spPr>
          <a:xfrm>
            <a:off x="839788" y="801277"/>
            <a:ext cx="3932238" cy="1583703"/>
          </a:xfrm>
        </p:spPr>
        <p:txBody>
          <a:bodyPr>
            <a:normAutofit/>
          </a:bodyPr>
          <a:lstStyle>
            <a:lvl1pPr algn="l">
              <a:defRPr sz="3600" spc="3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A719B710-B005-42F3-BB0B-EDD61A824BF6}"/>
              </a:ext>
            </a:extLst>
          </p:cNvPr>
          <p:cNvSpPr>
            <a:spLocks noGrp="1"/>
          </p:cNvSpPr>
          <p:nvPr>
            <p:ph type="ftr" sz="quarter" idx="11"/>
          </p:nvPr>
        </p:nvSpPr>
        <p:spPr/>
        <p:txBody>
          <a:bodyPr/>
          <a:lstStyle/>
          <a:p>
            <a:r>
              <a:rPr lang="en-US" dirty="0"/>
              <a:t>Add a footer</a:t>
            </a:r>
          </a:p>
        </p:txBody>
      </p:sp>
      <p:sp>
        <p:nvSpPr>
          <p:cNvPr id="9" name="Slide Number Placeholder 8">
            <a:extLst>
              <a:ext uri="{FF2B5EF4-FFF2-40B4-BE49-F238E27FC236}">
                <a16:creationId xmlns:a16="http://schemas.microsoft.com/office/drawing/2014/main" id="{6B457843-7A19-4C1A-A6EB-82840DAE997E}"/>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5" name="Text Placeholder 3">
            <a:extLst>
              <a:ext uri="{FF2B5EF4-FFF2-40B4-BE49-F238E27FC236}">
                <a16:creationId xmlns:a16="http://schemas.microsoft.com/office/drawing/2014/main" id="{73C3E625-3996-4407-8E4D-475EF610D90C}"/>
              </a:ext>
            </a:extLst>
          </p:cNvPr>
          <p:cNvSpPr>
            <a:spLocks noGrp="1"/>
          </p:cNvSpPr>
          <p:nvPr>
            <p:ph type="body" sz="half" idx="2"/>
          </p:nvPr>
        </p:nvSpPr>
        <p:spPr>
          <a:xfrm>
            <a:off x="839788" y="2384980"/>
            <a:ext cx="3932237" cy="348400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7" name="Picture Placeholder 2">
            <a:extLst>
              <a:ext uri="{FF2B5EF4-FFF2-40B4-BE49-F238E27FC236}">
                <a16:creationId xmlns:a16="http://schemas.microsoft.com/office/drawing/2014/main" id="{E87E45D5-103F-4407-822F-E7FAE02D6ABB}"/>
              </a:ext>
            </a:extLst>
          </p:cNvPr>
          <p:cNvSpPr>
            <a:spLocks noGrp="1"/>
          </p:cNvSpPr>
          <p:nvPr>
            <p:ph type="pic" idx="1"/>
          </p:nvPr>
        </p:nvSpPr>
        <p:spPr>
          <a:xfrm>
            <a:off x="5183188" y="801277"/>
            <a:ext cx="6565106" cy="505977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918662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B0C003-2795-4473-BA28-C10CB461998B}"/>
              </a:ext>
            </a:extLst>
          </p:cNvPr>
          <p:cNvSpPr>
            <a:spLocks noGrp="1"/>
          </p:cNvSpPr>
          <p:nvPr>
            <p:ph type="ftr" sz="quarter" idx="11"/>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82A626D5-ACB5-4E77-B485-5F611FBCFFA3}"/>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919432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6D712C6-2A37-4F08-AF12-D70F8C8094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555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bg>
      <p:bgPr>
        <a:blipFill dpi="0" rotWithShape="1">
          <a:blip r:embed="rId2">
            <a:alphaModFix amt="2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0000" y="720001"/>
            <a:ext cx="10752000" cy="570918"/>
          </a:xfrm>
          <a:prstGeom prst="rect">
            <a:avLst/>
          </a:prstGeom>
        </p:spPr>
        <p:txBody>
          <a:bodyPr/>
          <a:lstStyle>
            <a:lvl1pPr>
              <a:defRPr sz="4000">
                <a:latin typeface="FS Joey " charset="0"/>
                <a:ea typeface="FS Joey " charset="0"/>
                <a:cs typeface="FS Joey " charset="0"/>
              </a:defRPr>
            </a:lvl1pPr>
          </a:lstStyle>
          <a:p>
            <a:r>
              <a:rPr lang="en-GB" dirty="0"/>
              <a:t>Click to edit Master title style</a:t>
            </a:r>
            <a:endParaRPr lang="en-US" dirty="0"/>
          </a:p>
        </p:txBody>
      </p:sp>
      <p:sp>
        <p:nvSpPr>
          <p:cNvPr id="3" name="Content Placeholder 2"/>
          <p:cNvSpPr>
            <a:spLocks noGrp="1"/>
          </p:cNvSpPr>
          <p:nvPr>
            <p:ph idx="1"/>
          </p:nvPr>
        </p:nvSpPr>
        <p:spPr>
          <a:xfrm>
            <a:off x="720000" y="2010919"/>
            <a:ext cx="10752000" cy="4127081"/>
          </a:xfrm>
          <a:prstGeom prst="rect">
            <a:avLst/>
          </a:prstGeom>
        </p:spPr>
        <p:txBody>
          <a:bodyPr/>
          <a:lstStyle>
            <a:lvl1pPr>
              <a:defRPr sz="2500">
                <a:latin typeface="FS Joey " charset="0"/>
                <a:ea typeface="FS Joey " charset="0"/>
                <a:cs typeface="FS Joey " charset="0"/>
              </a:defRPr>
            </a:lvl1pPr>
            <a:lvl2pPr>
              <a:defRPr sz="2500">
                <a:latin typeface="FS Joey " charset="0"/>
                <a:ea typeface="FS Joey " charset="0"/>
                <a:cs typeface="FS Joey " charset="0"/>
              </a:defRPr>
            </a:lvl2pPr>
            <a:lvl3pPr>
              <a:defRPr sz="2500">
                <a:latin typeface="FS Joey " charset="0"/>
                <a:ea typeface="FS Joey " charset="0"/>
                <a:cs typeface="FS Joey " charset="0"/>
              </a:defRPr>
            </a:lvl3pPr>
            <a:lvl4pPr>
              <a:defRPr sz="2500">
                <a:latin typeface="FS Joey " charset="0"/>
                <a:ea typeface="FS Joey " charset="0"/>
                <a:cs typeface="FS Joey " charset="0"/>
              </a:defRPr>
            </a:lvl4pPr>
            <a:lvl5pPr>
              <a:defRPr sz="2500">
                <a:latin typeface="FS Joey " charset="0"/>
                <a:ea typeface="FS Joey " charset="0"/>
                <a:cs typeface="FS Joey "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2251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Title and Content">
    <p:bg>
      <p:bgPr>
        <a:blipFill dpi="0" rotWithShape="1">
          <a:blip r:embed="rId2">
            <a:alphaModFix amt="2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0000" y="720001"/>
            <a:ext cx="10752000" cy="570918"/>
          </a:xfrm>
          <a:prstGeom prst="rect">
            <a:avLst/>
          </a:prstGeom>
        </p:spPr>
        <p:txBody>
          <a:bodyPr/>
          <a:lstStyle>
            <a:lvl1pPr>
              <a:defRPr sz="4000">
                <a:latin typeface="FS Joey " charset="0"/>
                <a:ea typeface="FS Joey " charset="0"/>
                <a:cs typeface="FS Joey " charset="0"/>
              </a:defRPr>
            </a:lvl1pPr>
          </a:lstStyle>
          <a:p>
            <a:r>
              <a:rPr lang="en-GB" dirty="0"/>
              <a:t>Click to edit Master title style</a:t>
            </a:r>
            <a:endParaRPr lang="en-US" dirty="0"/>
          </a:p>
        </p:txBody>
      </p:sp>
      <p:sp>
        <p:nvSpPr>
          <p:cNvPr id="3" name="Content Placeholder 2"/>
          <p:cNvSpPr>
            <a:spLocks noGrp="1"/>
          </p:cNvSpPr>
          <p:nvPr>
            <p:ph idx="1"/>
          </p:nvPr>
        </p:nvSpPr>
        <p:spPr>
          <a:xfrm>
            <a:off x="720000" y="2010919"/>
            <a:ext cx="5016000" cy="4127081"/>
          </a:xfrm>
          <a:prstGeom prst="rect">
            <a:avLst/>
          </a:prstGeom>
        </p:spPr>
        <p:txBody>
          <a:bodyPr/>
          <a:lstStyle>
            <a:lvl1pPr>
              <a:defRPr sz="2500">
                <a:latin typeface="FS Joey " charset="0"/>
                <a:ea typeface="FS Joey " charset="0"/>
                <a:cs typeface="FS Joey " charset="0"/>
              </a:defRPr>
            </a:lvl1pPr>
            <a:lvl2pPr>
              <a:defRPr sz="2500">
                <a:latin typeface="FS Joey " charset="0"/>
                <a:ea typeface="FS Joey " charset="0"/>
                <a:cs typeface="FS Joey " charset="0"/>
              </a:defRPr>
            </a:lvl2pPr>
            <a:lvl3pPr>
              <a:defRPr sz="2500">
                <a:latin typeface="FS Joey " charset="0"/>
                <a:ea typeface="FS Joey " charset="0"/>
                <a:cs typeface="FS Joey " charset="0"/>
              </a:defRPr>
            </a:lvl3pPr>
            <a:lvl4pPr>
              <a:defRPr sz="2500">
                <a:latin typeface="FS Joey " charset="0"/>
                <a:ea typeface="FS Joey " charset="0"/>
                <a:cs typeface="FS Joey " charset="0"/>
              </a:defRPr>
            </a:lvl4pPr>
            <a:lvl5pPr>
              <a:defRPr sz="2500">
                <a:latin typeface="FS Joey " charset="0"/>
                <a:ea typeface="FS Joey " charset="0"/>
                <a:cs typeface="FS Joey "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Content Placeholder 5"/>
          <p:cNvSpPr>
            <a:spLocks noGrp="1"/>
          </p:cNvSpPr>
          <p:nvPr>
            <p:ph sz="quarter" idx="4"/>
          </p:nvPr>
        </p:nvSpPr>
        <p:spPr>
          <a:xfrm>
            <a:off x="6456000" y="2010918"/>
            <a:ext cx="5016000" cy="4127081"/>
          </a:xfrm>
          <a:prstGeom prst="rect">
            <a:avLst/>
          </a:prstGeom>
        </p:spPr>
        <p:txBody>
          <a:bodyPr/>
          <a:lstStyle>
            <a:lvl1pPr marL="0" indent="0">
              <a:buNone/>
              <a:defRPr>
                <a:latin typeface="FS Joey " charset="0"/>
                <a:ea typeface="FS Joey " charset="0"/>
                <a:cs typeface="FS Joey " charset="0"/>
              </a:defRPr>
            </a:lvl1pPr>
            <a:lvl2pPr>
              <a:defRPr>
                <a:latin typeface="FS Joey " charset="0"/>
                <a:ea typeface="FS Joey " charset="0"/>
                <a:cs typeface="FS Joey " charset="0"/>
              </a:defRPr>
            </a:lvl2pPr>
            <a:lvl3pPr>
              <a:defRPr>
                <a:latin typeface="FS Joey " charset="0"/>
                <a:ea typeface="FS Joey " charset="0"/>
                <a:cs typeface="FS Joey " charset="0"/>
              </a:defRPr>
            </a:lvl3pPr>
            <a:lvl4pPr>
              <a:defRPr>
                <a:latin typeface="FS Joey " charset="0"/>
                <a:ea typeface="FS Joey " charset="0"/>
                <a:cs typeface="FS Joey " charset="0"/>
              </a:defRPr>
            </a:lvl4pPr>
            <a:lvl5pPr>
              <a:defRPr>
                <a:latin typeface="FS Joey " charset="0"/>
                <a:ea typeface="FS Joey " charset="0"/>
                <a:cs typeface="FS Joey " charset="0"/>
              </a:defRPr>
            </a:lvl5pPr>
          </a:lstStyle>
          <a:p>
            <a:pPr lvl="0"/>
            <a:endParaRPr lang="en-US" dirty="0"/>
          </a:p>
        </p:txBody>
      </p:sp>
    </p:spTree>
    <p:extLst>
      <p:ext uri="{BB962C8B-B14F-4D97-AF65-F5344CB8AC3E}">
        <p14:creationId xmlns:p14="http://schemas.microsoft.com/office/powerpoint/2010/main" val="1956482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par>
                          <p:cTn id="28" fill="hold">
                            <p:stCondLst>
                              <p:cond delay="3000"/>
                            </p:stCondLst>
                            <p:childTnLst>
                              <p:par>
                                <p:cTn id="29" presetID="10" presetClass="entr" presetSubtype="0" fill="hold" grpId="0" nodeType="afterEffect" nodePh="1">
                                  <p:stCondLst>
                                    <p:cond delay="0"/>
                                  </p:stCondLst>
                                  <p:endCondLst>
                                    <p:cond evt="begin" delay="0">
                                      <p:tn val="29"/>
                                    </p:cond>
                                  </p:end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fade">
                                      <p:cBhvr>
                                        <p:cTn id="3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5"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7" name="Shape 61">
            <a:extLst>
              <a:ext uri="{FF2B5EF4-FFF2-40B4-BE49-F238E27FC236}">
                <a16:creationId xmlns:a16="http://schemas.microsoft.com/office/drawing/2014/main" id="{0A2ACE11-44E0-44ED-AA10-CB0B57204E89}"/>
              </a:ext>
            </a:extLst>
          </p:cNvPr>
          <p:cNvSpPr/>
          <p:nvPr userDrawn="1"/>
        </p:nvSpPr>
        <p:spPr>
          <a:xfrm>
            <a:off x="9391448" y="6353738"/>
            <a:ext cx="1604606" cy="407804"/>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400" b="1" kern="1200" dirty="0">
                <a:solidFill>
                  <a:srgbClr val="2C2153"/>
                </a:solidFill>
                <a:latin typeface="+mn-lt"/>
                <a:ea typeface="+mn-ea"/>
                <a:cs typeface="+mn-cs"/>
                <a:sym typeface="Bebas"/>
              </a:rPr>
              <a:t>Open House</a:t>
            </a:r>
            <a:endParaRPr lang="en-US" sz="2400" b="1" i="0" spc="0" dirty="0">
              <a:solidFill>
                <a:srgbClr val="A53F52"/>
              </a:solidFill>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50" r:id="rId1"/>
    <p:sldLayoutId id="2147483667" r:id="rId2"/>
    <p:sldLayoutId id="2147483651" r:id="rId3"/>
    <p:sldLayoutId id="2147483668" r:id="rId4"/>
    <p:sldLayoutId id="2147483660" r:id="rId5"/>
    <p:sldLayoutId id="2147483664" r:id="rId6"/>
    <p:sldLayoutId id="2147483661" r:id="rId7"/>
    <p:sldLayoutId id="2147483674" r:id="rId8"/>
    <p:sldLayoutId id="2147483675" r:id="rId9"/>
    <p:sldLayoutId id="2147483673" r:id="rId10"/>
    <p:sldLayoutId id="2147483653" r:id="rId11"/>
    <p:sldLayoutId id="2147483670" r:id="rId12"/>
    <p:sldLayoutId id="2147483671" r:id="rId13"/>
    <p:sldLayoutId id="2147483672" r:id="rId14"/>
    <p:sldLayoutId id="2147483655" r:id="rId15"/>
    <p:sldLayoutId id="2147483666" r:id="rId16"/>
    <p:sldLayoutId id="2147483676" r:id="rId17"/>
    <p:sldLayoutId id="2147483677" r:id="rId18"/>
  </p:sldLayoutIdLst>
  <p:hf hdr="0" ftr="0" dt="0"/>
  <p:txStyles>
    <p:titleStyle>
      <a:lvl1pPr algn="ctr" defTabSz="914400" rtl="0" eaLnBrk="1" latinLnBrk="0" hangingPunct="1">
        <a:lnSpc>
          <a:spcPct val="10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Placeholder 27" descr="Abstract Building">
            <a:extLst>
              <a:ext uri="{FF2B5EF4-FFF2-40B4-BE49-F238E27FC236}">
                <a16:creationId xmlns:a16="http://schemas.microsoft.com/office/drawing/2014/main" id="{CE10ABE1-BE78-4DEC-9C0A-46282D549DF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5" name="Rectangle 4" descr="Accent block">
            <a:extLst>
              <a:ext uri="{FF2B5EF4-FFF2-40B4-BE49-F238E27FC236}">
                <a16:creationId xmlns:a16="http://schemas.microsoft.com/office/drawing/2014/main" id="{979F9DAD-F6B0-4ECC-8632-4B5E050986A8}"/>
              </a:ext>
              <a:ext uri="{C183D7F6-B498-43B3-948B-1728B52AA6E4}">
                <adec:decorative xmlns:adec="http://schemas.microsoft.com/office/drawing/2017/decorative" val="1"/>
              </a:ext>
            </a:extLst>
          </p:cNvPr>
          <p:cNvSpPr/>
          <p:nvPr/>
        </p:nvSpPr>
        <p:spPr>
          <a:xfrm>
            <a:off x="0" y="0"/>
            <a:ext cx="12192000" cy="6858000"/>
          </a:xfrm>
          <a:prstGeom prst="rect">
            <a:avLst/>
          </a:prstGeom>
          <a:gradFill>
            <a:gsLst>
              <a:gs pos="0">
                <a:srgbClr val="01023B">
                  <a:alpha val="70000"/>
                </a:srgbClr>
              </a:gs>
              <a:gs pos="100000">
                <a:srgbClr val="E99757">
                  <a:lumMod val="97000"/>
                  <a:lumOff val="3000"/>
                  <a:alpha val="70000"/>
                </a:srgbClr>
              </a:gs>
              <a:gs pos="50000">
                <a:srgbClr val="A53F52">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4F7706BE-EF2E-459C-8778-01DDD354C634}"/>
              </a:ext>
            </a:extLst>
          </p:cNvPr>
          <p:cNvSpPr>
            <a:spLocks noGrp="1"/>
          </p:cNvSpPr>
          <p:nvPr>
            <p:ph type="title"/>
          </p:nvPr>
        </p:nvSpPr>
        <p:spPr/>
        <p:txBody>
          <a:bodyPr>
            <a:normAutofit fontScale="90000"/>
          </a:bodyPr>
          <a:lstStyle/>
          <a:p>
            <a:r>
              <a:rPr lang="en-GB" dirty="0" err="1"/>
              <a:t>OpenHouse</a:t>
            </a:r>
            <a:r>
              <a:rPr lang="en-GB" dirty="0"/>
              <a:t> Insurance Machine Learning</a:t>
            </a:r>
            <a:endParaRPr lang="en-US" dirty="0">
              <a:solidFill>
                <a:schemeClr val="bg1"/>
              </a:solidFill>
            </a:endParaRPr>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idx="1"/>
          </p:nvPr>
        </p:nvSpPr>
        <p:spPr>
          <a:xfrm>
            <a:off x="3210967" y="4654899"/>
            <a:ext cx="5769259" cy="830649"/>
          </a:xfrm>
        </p:spPr>
        <p:txBody>
          <a:bodyPr>
            <a:normAutofit lnSpcReduction="10000"/>
          </a:bodyPr>
          <a:lstStyle/>
          <a:p>
            <a:r>
              <a:rPr lang="en-GB" sz="2600" dirty="0"/>
              <a:t>Yongyang Huo</a:t>
            </a:r>
            <a:br>
              <a:rPr lang="en-GB" dirty="0"/>
            </a:br>
            <a:endParaRPr lang="en-US" dirty="0">
              <a:solidFill>
                <a:schemeClr val="bg1"/>
              </a:solidFill>
            </a:endParaRPr>
          </a:p>
        </p:txBody>
      </p:sp>
    </p:spTree>
    <p:extLst>
      <p:ext uri="{BB962C8B-B14F-4D97-AF65-F5344CB8AC3E}">
        <p14:creationId xmlns:p14="http://schemas.microsoft.com/office/powerpoint/2010/main" val="1102045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bstract Coding&#10;">
            <a:extLst>
              <a:ext uri="{FF2B5EF4-FFF2-40B4-BE49-F238E27FC236}">
                <a16:creationId xmlns:a16="http://schemas.microsoft.com/office/drawing/2014/main" id="{5F76566E-36EF-4E0C-8563-ABC2D25923B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p:pic>
      <p:sp>
        <p:nvSpPr>
          <p:cNvPr id="14" name="Rectangle 13" descr="Accent block">
            <a:extLst>
              <a:ext uri="{FF2B5EF4-FFF2-40B4-BE49-F238E27FC236}">
                <a16:creationId xmlns:a16="http://schemas.microsoft.com/office/drawing/2014/main" id="{D687D26E-D67A-4318-AAB1-DCEAA89EEB21}"/>
              </a:ext>
              <a:ext uri="{C183D7F6-B498-43B3-948B-1728B52AA6E4}">
                <adec:decorative xmlns:adec="http://schemas.microsoft.com/office/drawing/2017/decorative" val="1"/>
              </a:ext>
            </a:extLst>
          </p:cNvPr>
          <p:cNvSpPr/>
          <p:nvPr/>
        </p:nvSpPr>
        <p:spPr>
          <a:xfrm>
            <a:off x="0" y="0"/>
            <a:ext cx="6096000" cy="688271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2734962 w 6096000"/>
              <a:gd name="connsiteY2" fmla="*/ 6808573 h 6858000"/>
              <a:gd name="connsiteX3" fmla="*/ 0 w 6096000"/>
              <a:gd name="connsiteY3" fmla="*/ 6858000 h 6858000"/>
              <a:gd name="connsiteX4" fmla="*/ 0 w 6096000"/>
              <a:gd name="connsiteY4" fmla="*/ 0 h 6858000"/>
              <a:gd name="connsiteX0" fmla="*/ 0 w 6096000"/>
              <a:gd name="connsiteY0" fmla="*/ 0 h 6882714"/>
              <a:gd name="connsiteX1" fmla="*/ 6096000 w 6096000"/>
              <a:gd name="connsiteY1" fmla="*/ 0 h 6882714"/>
              <a:gd name="connsiteX2" fmla="*/ 4242486 w 6096000"/>
              <a:gd name="connsiteY2" fmla="*/ 6882714 h 6882714"/>
              <a:gd name="connsiteX3" fmla="*/ 0 w 6096000"/>
              <a:gd name="connsiteY3" fmla="*/ 6858000 h 6882714"/>
              <a:gd name="connsiteX4" fmla="*/ 0 w 6096000"/>
              <a:gd name="connsiteY4" fmla="*/ 0 h 688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82714">
                <a:moveTo>
                  <a:pt x="0" y="0"/>
                </a:moveTo>
                <a:lnTo>
                  <a:pt x="6096000" y="0"/>
                </a:lnTo>
                <a:lnTo>
                  <a:pt x="4242486" y="6882714"/>
                </a:lnTo>
                <a:lnTo>
                  <a:pt x="0" y="6858000"/>
                </a:lnTo>
                <a:lnTo>
                  <a:pt x="0" y="0"/>
                </a:lnTo>
                <a:close/>
              </a:path>
            </a:pathLst>
          </a:custGeom>
          <a:gradFill flip="none" rotWithShape="1">
            <a:gsLst>
              <a:gs pos="0">
                <a:srgbClr val="01023B">
                  <a:alpha val="70000"/>
                </a:srgbClr>
              </a:gs>
              <a:gs pos="100000">
                <a:srgbClr val="E99757">
                  <a:alpha val="70000"/>
                </a:srgbClr>
              </a:gs>
              <a:gs pos="50000">
                <a:srgbClr val="A53F52">
                  <a:alpha val="7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D24B42B-925B-494C-A986-BD85E8117E1E}"/>
              </a:ext>
            </a:extLst>
          </p:cNvPr>
          <p:cNvSpPr>
            <a:spLocks noGrp="1"/>
          </p:cNvSpPr>
          <p:nvPr>
            <p:ph type="title"/>
          </p:nvPr>
        </p:nvSpPr>
        <p:spPr>
          <a:xfrm>
            <a:off x="6096000" y="2520779"/>
            <a:ext cx="5251450" cy="1661297"/>
          </a:xfrm>
        </p:spPr>
        <p:txBody>
          <a:bodyPr>
            <a:noAutofit/>
          </a:bodyPr>
          <a:lstStyle/>
          <a:p>
            <a:pPr algn="ctr"/>
            <a:r>
              <a:rPr lang="en-US" sz="3200" dirty="0"/>
              <a:t>Goal</a:t>
            </a:r>
            <a:br>
              <a:rPr lang="en-US" sz="3200" dirty="0"/>
            </a:br>
            <a:br>
              <a:rPr lang="en-US" sz="3200" dirty="0"/>
            </a:br>
            <a:r>
              <a:rPr lang="en-US" sz="3200" dirty="0"/>
              <a:t>Data Description</a:t>
            </a:r>
            <a:br>
              <a:rPr lang="en-US" sz="3200" dirty="0"/>
            </a:br>
            <a:br>
              <a:rPr lang="en-US" sz="3200" dirty="0"/>
            </a:br>
            <a:r>
              <a:rPr lang="en-US" sz="3200" dirty="0"/>
              <a:t>Data Preprocessing</a:t>
            </a:r>
            <a:br>
              <a:rPr lang="en-US" sz="3200" dirty="0"/>
            </a:br>
            <a:br>
              <a:rPr lang="en-US" sz="3200" dirty="0"/>
            </a:br>
            <a:r>
              <a:rPr lang="en-US" sz="3200" dirty="0"/>
              <a:t>Prediction Models</a:t>
            </a:r>
            <a:br>
              <a:rPr lang="en-US" sz="3200" dirty="0"/>
            </a:br>
            <a:br>
              <a:rPr lang="en-US" sz="3200" dirty="0"/>
            </a:br>
            <a:r>
              <a:rPr lang="en-US" sz="3200" dirty="0"/>
              <a:t>Result Summary</a:t>
            </a:r>
          </a:p>
        </p:txBody>
      </p:sp>
      <p:sp>
        <p:nvSpPr>
          <p:cNvPr id="2094" name="Slide Number Placeholder 2093">
            <a:extLst>
              <a:ext uri="{FF2B5EF4-FFF2-40B4-BE49-F238E27FC236}">
                <a16:creationId xmlns:a16="http://schemas.microsoft.com/office/drawing/2014/main" id="{5DA62994-769D-4C19-BB0A-5144E0A5CFCD}"/>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357850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1106C-73F3-5446-A3F5-D40831269FBB}"/>
              </a:ext>
            </a:extLst>
          </p:cNvPr>
          <p:cNvSpPr>
            <a:spLocks noGrp="1"/>
          </p:cNvSpPr>
          <p:nvPr>
            <p:ph type="title"/>
          </p:nvPr>
        </p:nvSpPr>
        <p:spPr/>
        <p:txBody>
          <a:bodyPr>
            <a:normAutofit/>
          </a:bodyPr>
          <a:lstStyle/>
          <a:p>
            <a:r>
              <a:rPr lang="en-US" sz="2800" dirty="0"/>
              <a:t>Project Goal</a:t>
            </a:r>
          </a:p>
        </p:txBody>
      </p:sp>
      <p:sp>
        <p:nvSpPr>
          <p:cNvPr id="3" name="Slide Number Placeholder 2">
            <a:extLst>
              <a:ext uri="{FF2B5EF4-FFF2-40B4-BE49-F238E27FC236}">
                <a16:creationId xmlns:a16="http://schemas.microsoft.com/office/drawing/2014/main" id="{8A46C3FC-79CD-954D-8F87-57F6D787D6CD}"/>
              </a:ext>
            </a:extLst>
          </p:cNvPr>
          <p:cNvSpPr>
            <a:spLocks noGrp="1"/>
          </p:cNvSpPr>
          <p:nvPr>
            <p:ph type="sldNum" sz="quarter" idx="12"/>
          </p:nvPr>
        </p:nvSpPr>
        <p:spPr/>
        <p:txBody>
          <a:bodyPr/>
          <a:lstStyle/>
          <a:p>
            <a:fld id="{8C2E478F-E849-4A8C-AF1F-CBCC78A7CBFA}" type="slidenum">
              <a:rPr lang="en-US" smtClean="0"/>
              <a:t>3</a:t>
            </a:fld>
            <a:endParaRPr lang="en-US" dirty="0"/>
          </a:p>
        </p:txBody>
      </p:sp>
      <p:sp>
        <p:nvSpPr>
          <p:cNvPr id="4" name="Text Placeholder 3">
            <a:extLst>
              <a:ext uri="{FF2B5EF4-FFF2-40B4-BE49-F238E27FC236}">
                <a16:creationId xmlns:a16="http://schemas.microsoft.com/office/drawing/2014/main" id="{FF6F309A-7173-C64C-9B4E-F76D9AF8DA7A}"/>
              </a:ext>
            </a:extLst>
          </p:cNvPr>
          <p:cNvSpPr>
            <a:spLocks noGrp="1"/>
          </p:cNvSpPr>
          <p:nvPr>
            <p:ph type="body" sz="half" idx="2"/>
          </p:nvPr>
        </p:nvSpPr>
        <p:spPr/>
        <p:txBody>
          <a:bodyPr>
            <a:normAutofit/>
          </a:bodyPr>
          <a:lstStyle/>
          <a:p>
            <a:pPr>
              <a:buSzPts val="2500"/>
            </a:pPr>
            <a:r>
              <a:rPr lang="en-US" b="1" dirty="0">
                <a:latin typeface="FS Joey "/>
              </a:rPr>
              <a:t>Prediction Model</a:t>
            </a:r>
          </a:p>
          <a:p>
            <a:pPr>
              <a:buSzPts val="2500"/>
            </a:pPr>
            <a:r>
              <a:rPr lang="en-US" dirty="0">
                <a:latin typeface="FS Joey "/>
              </a:rPr>
              <a:t>Predict </a:t>
            </a:r>
            <a:r>
              <a:rPr lang="en-US" dirty="0" err="1">
                <a:latin typeface="FS Joey "/>
              </a:rPr>
              <a:t>InsuranceScore</a:t>
            </a:r>
            <a:r>
              <a:rPr lang="en-US" dirty="0">
                <a:latin typeface="FS Joey "/>
              </a:rPr>
              <a:t> based on the sample data</a:t>
            </a:r>
          </a:p>
        </p:txBody>
      </p:sp>
      <p:sp>
        <p:nvSpPr>
          <p:cNvPr id="5" name="TextBox 4">
            <a:extLst>
              <a:ext uri="{FF2B5EF4-FFF2-40B4-BE49-F238E27FC236}">
                <a16:creationId xmlns:a16="http://schemas.microsoft.com/office/drawing/2014/main" id="{DE286684-9168-4948-BB87-CA6FEECCCA38}"/>
              </a:ext>
            </a:extLst>
          </p:cNvPr>
          <p:cNvSpPr txBox="1"/>
          <p:nvPr/>
        </p:nvSpPr>
        <p:spPr>
          <a:xfrm>
            <a:off x="5419493" y="612844"/>
            <a:ext cx="5486400" cy="5676444"/>
          </a:xfrm>
          <a:prstGeom prst="rect">
            <a:avLst/>
          </a:prstGeom>
          <a:noFill/>
        </p:spPr>
        <p:txBody>
          <a:bodyPr wrap="square" rtlCol="0">
            <a:spAutoFit/>
          </a:bodyPr>
          <a:lstStyle/>
          <a:p>
            <a:pPr marL="285750" lvl="0" indent="-285750">
              <a:buFont typeface="Arial" panose="020B0604020202020204" pitchFamily="34" charset="0"/>
              <a:buChar char="•"/>
            </a:pPr>
            <a:r>
              <a:rPr lang="en-GB" dirty="0"/>
              <a:t>5 Digit Zip Code</a:t>
            </a:r>
          </a:p>
          <a:p>
            <a:pPr marL="285750" lvl="0" indent="-285750">
              <a:buFont typeface="Arial" panose="020B0604020202020204" pitchFamily="34" charset="0"/>
              <a:buChar char="•"/>
            </a:pPr>
            <a:r>
              <a:rPr lang="en-GB" dirty="0" err="1"/>
              <a:t>creditLevel</a:t>
            </a:r>
            <a:endParaRPr lang="en-GB" dirty="0"/>
          </a:p>
          <a:p>
            <a:pPr marL="285750" lvl="0" indent="-285750">
              <a:buFont typeface="Arial" panose="020B0604020202020204" pitchFamily="34" charset="0"/>
              <a:buChar char="•"/>
            </a:pPr>
            <a:r>
              <a:rPr lang="en-GB" dirty="0" err="1"/>
              <a:t>insuranceTier</a:t>
            </a:r>
            <a:endParaRPr lang="en-GB" dirty="0"/>
          </a:p>
          <a:p>
            <a:pPr marL="285750" lvl="0" indent="-285750">
              <a:buFont typeface="Arial" panose="020B0604020202020204" pitchFamily="34" charset="0"/>
              <a:buChar char="•"/>
            </a:pPr>
            <a:r>
              <a:rPr lang="en-GB" dirty="0" err="1"/>
              <a:t>financeTier</a:t>
            </a:r>
            <a:endParaRPr lang="en-GB" dirty="0"/>
          </a:p>
          <a:p>
            <a:pPr marL="285750" lvl="0" indent="-285750">
              <a:buFont typeface="Arial" panose="020B0604020202020204" pitchFamily="34" charset="0"/>
              <a:buChar char="•"/>
            </a:pPr>
            <a:r>
              <a:rPr lang="en-GB" dirty="0"/>
              <a:t>decile</a:t>
            </a:r>
          </a:p>
          <a:p>
            <a:pPr marL="285750" lvl="0" indent="-285750">
              <a:buFont typeface="Arial" panose="020B0604020202020204" pitchFamily="34" charset="0"/>
              <a:buChar char="•"/>
            </a:pPr>
            <a:r>
              <a:rPr lang="en-GB" dirty="0"/>
              <a:t>DOB</a:t>
            </a:r>
          </a:p>
          <a:p>
            <a:pPr marL="285750" lvl="0" indent="-285750">
              <a:buFont typeface="Arial" panose="020B0604020202020204" pitchFamily="34" charset="0"/>
              <a:buChar char="•"/>
            </a:pPr>
            <a:r>
              <a:rPr lang="en-GB" dirty="0"/>
              <a:t>Age Range</a:t>
            </a:r>
          </a:p>
          <a:p>
            <a:pPr marL="285750" lvl="0" indent="-285750">
              <a:buFont typeface="Arial" panose="020B0604020202020204" pitchFamily="34" charset="0"/>
              <a:buChar char="•"/>
            </a:pPr>
            <a:r>
              <a:rPr lang="en-GB" dirty="0"/>
              <a:t>Est. Household Income</a:t>
            </a:r>
          </a:p>
          <a:p>
            <a:pPr marL="285750" lvl="0" indent="-285750">
              <a:buFont typeface="Arial" panose="020B0604020202020204" pitchFamily="34" charset="0"/>
              <a:buChar char="•"/>
            </a:pPr>
            <a:r>
              <a:rPr lang="en-GB" dirty="0"/>
              <a:t>Length of Residence</a:t>
            </a:r>
          </a:p>
          <a:p>
            <a:pPr marL="285750" lvl="0" indent="-285750">
              <a:buFont typeface="Arial" panose="020B0604020202020204" pitchFamily="34" charset="0"/>
              <a:buChar char="•"/>
            </a:pPr>
            <a:r>
              <a:rPr lang="en-GB" dirty="0"/>
              <a:t>Home Purchase Date</a:t>
            </a:r>
          </a:p>
          <a:p>
            <a:pPr marL="285750" lvl="0" indent="-285750">
              <a:buFont typeface="Arial" panose="020B0604020202020204" pitchFamily="34" charset="0"/>
              <a:buChar char="•"/>
            </a:pPr>
            <a:r>
              <a:rPr lang="en-GB" dirty="0"/>
              <a:t>Number of credit lines</a:t>
            </a:r>
          </a:p>
          <a:p>
            <a:pPr marL="285750" lvl="0" indent="-285750">
              <a:buFont typeface="Arial" panose="020B0604020202020204" pitchFamily="34" charset="0"/>
              <a:buChar char="•"/>
            </a:pPr>
            <a:r>
              <a:rPr lang="en-GB" dirty="0"/>
              <a:t>Auto year</a:t>
            </a:r>
          </a:p>
          <a:p>
            <a:pPr marL="285750" lvl="0" indent="-285750">
              <a:buFont typeface="Arial" panose="020B0604020202020204" pitchFamily="34" charset="0"/>
              <a:buChar char="•"/>
            </a:pPr>
            <a:r>
              <a:rPr lang="en-GB" dirty="0"/>
              <a:t>Auto make</a:t>
            </a:r>
          </a:p>
          <a:p>
            <a:pPr marL="285750" lvl="0" indent="-285750">
              <a:buFont typeface="Arial" panose="020B0604020202020204" pitchFamily="34" charset="0"/>
              <a:buChar char="•"/>
            </a:pPr>
            <a:r>
              <a:rPr lang="en-GB" dirty="0"/>
              <a:t>Est. Home Value</a:t>
            </a:r>
          </a:p>
          <a:p>
            <a:pPr marL="285750" lvl="0" indent="-285750">
              <a:buFont typeface="Arial" panose="020B0604020202020204" pitchFamily="34" charset="0"/>
              <a:buChar char="•"/>
            </a:pPr>
            <a:r>
              <a:rPr lang="en-GB" dirty="0"/>
              <a:t>Est. Net Worth</a:t>
            </a:r>
          </a:p>
          <a:p>
            <a:pPr marL="285750" lvl="0" indent="-285750">
              <a:buFont typeface="Arial" panose="020B0604020202020204" pitchFamily="34" charset="0"/>
              <a:buChar char="•"/>
            </a:pPr>
            <a:r>
              <a:rPr lang="en-GB" dirty="0"/>
              <a:t>Upscale card holder</a:t>
            </a:r>
          </a:p>
          <a:p>
            <a:pPr marL="285750" lvl="0" indent="-285750">
              <a:buFont typeface="Arial" panose="020B0604020202020204" pitchFamily="34" charset="0"/>
              <a:buChar char="•"/>
            </a:pPr>
            <a:r>
              <a:rPr lang="en-GB" dirty="0"/>
              <a:t>Wealth Score</a:t>
            </a:r>
          </a:p>
          <a:p>
            <a:pPr marL="285750" lvl="0" indent="-285750">
              <a:buFont typeface="Arial" panose="020B0604020202020204" pitchFamily="34" charset="0"/>
              <a:buChar char="•"/>
            </a:pPr>
            <a:r>
              <a:rPr lang="en-GB" dirty="0"/>
              <a:t>Auto Buyer Lead Score</a:t>
            </a:r>
          </a:p>
          <a:p>
            <a:pPr marL="285750" lvl="0" indent="-285750">
              <a:buFont typeface="Arial" panose="020B0604020202020204" pitchFamily="34" charset="0"/>
              <a:buChar char="•"/>
            </a:pPr>
            <a:r>
              <a:rPr lang="en-GB" dirty="0"/>
              <a:t>New Tech Adopter Score</a:t>
            </a:r>
          </a:p>
          <a:p>
            <a:endParaRPr lang="en-US" dirty="0"/>
          </a:p>
        </p:txBody>
      </p:sp>
      <p:pic>
        <p:nvPicPr>
          <p:cNvPr id="1026" name="Picture 2" descr="Predictive Modeling for Life Insurance - Deloitte Report - The Digital  Insurer">
            <a:extLst>
              <a:ext uri="{FF2B5EF4-FFF2-40B4-BE49-F238E27FC236}">
                <a16:creationId xmlns:a16="http://schemas.microsoft.com/office/drawing/2014/main" id="{83B33085-B5A3-F941-9293-DBCD3DC04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1347" y="2129454"/>
            <a:ext cx="3197922" cy="2213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855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Description</a:t>
            </a:r>
          </a:p>
        </p:txBody>
      </p:sp>
      <p:sp>
        <p:nvSpPr>
          <p:cNvPr id="3" name="Content Placeholder 2"/>
          <p:cNvSpPr>
            <a:spLocks noGrp="1"/>
          </p:cNvSpPr>
          <p:nvPr>
            <p:ph idx="1"/>
          </p:nvPr>
        </p:nvSpPr>
        <p:spPr/>
        <p:txBody>
          <a:bodyPr>
            <a:normAutofit fontScale="85000" lnSpcReduction="10000"/>
          </a:bodyPr>
          <a:lstStyle/>
          <a:p>
            <a:r>
              <a:rPr lang="en-US" dirty="0"/>
              <a:t>Main Information from the Sample Data</a:t>
            </a:r>
          </a:p>
          <a:p>
            <a:endParaRPr lang="en-US" dirty="0"/>
          </a:p>
          <a:p>
            <a:pPr lvl="1"/>
            <a:r>
              <a:rPr lang="en-US" dirty="0"/>
              <a:t> Small size dataset</a:t>
            </a:r>
          </a:p>
          <a:p>
            <a:pPr marL="914400" lvl="2" indent="0">
              <a:buNone/>
            </a:pPr>
            <a:r>
              <a:rPr lang="en-US" sz="1900" dirty="0"/>
              <a:t>Total Records: 893</a:t>
            </a:r>
          </a:p>
          <a:p>
            <a:pPr marL="914400" lvl="2" indent="0">
              <a:buNone/>
            </a:pPr>
            <a:r>
              <a:rPr lang="en-US" sz="1900" dirty="0"/>
              <a:t>Total Attributes: 19</a:t>
            </a:r>
          </a:p>
          <a:p>
            <a:pPr marL="457200" lvl="1" indent="0">
              <a:buNone/>
            </a:pPr>
            <a:endParaRPr lang="en-US" dirty="0"/>
          </a:p>
          <a:p>
            <a:pPr lvl="1"/>
            <a:r>
              <a:rPr lang="en-US" dirty="0"/>
              <a:t> Certain fields contain high number of missing data</a:t>
            </a:r>
          </a:p>
          <a:p>
            <a:pPr marL="457200" lvl="1" indent="0">
              <a:buNone/>
            </a:pPr>
            <a:endParaRPr lang="en-US" dirty="0"/>
          </a:p>
          <a:p>
            <a:pPr marL="457200" lvl="1" indent="0">
              <a:buNone/>
            </a:pPr>
            <a:endParaRPr lang="en-US" dirty="0"/>
          </a:p>
        </p:txBody>
      </p:sp>
      <p:sp>
        <p:nvSpPr>
          <p:cNvPr id="8" name="Content Placeholder 7">
            <a:extLst>
              <a:ext uri="{FF2B5EF4-FFF2-40B4-BE49-F238E27FC236}">
                <a16:creationId xmlns:a16="http://schemas.microsoft.com/office/drawing/2014/main" id="{241ABB41-46F4-BC47-A7C4-63BC06388659}"/>
              </a:ext>
            </a:extLst>
          </p:cNvPr>
          <p:cNvSpPr>
            <a:spLocks noGrp="1"/>
          </p:cNvSpPr>
          <p:nvPr>
            <p:ph sz="quarter" idx="4"/>
          </p:nvPr>
        </p:nvSpPr>
        <p:spPr/>
        <p:txBody>
          <a:bodyPr/>
          <a:lstStyle/>
          <a:p>
            <a:endParaRPr lang="en-US"/>
          </a:p>
        </p:txBody>
      </p:sp>
      <p:pic>
        <p:nvPicPr>
          <p:cNvPr id="5" name="Picture 4">
            <a:extLst>
              <a:ext uri="{FF2B5EF4-FFF2-40B4-BE49-F238E27FC236}">
                <a16:creationId xmlns:a16="http://schemas.microsoft.com/office/drawing/2014/main" id="{3FA03DC6-AC63-D245-835F-BC2CBE7AA49F}"/>
              </a:ext>
            </a:extLst>
          </p:cNvPr>
          <p:cNvPicPr>
            <a:picLocks noChangeAspect="1"/>
          </p:cNvPicPr>
          <p:nvPr/>
        </p:nvPicPr>
        <p:blipFill>
          <a:blip r:embed="rId2"/>
          <a:stretch>
            <a:fillRect/>
          </a:stretch>
        </p:blipFill>
        <p:spPr>
          <a:xfrm>
            <a:off x="6551000" y="2652058"/>
            <a:ext cx="4826000" cy="2844800"/>
          </a:xfrm>
          <a:prstGeom prst="rect">
            <a:avLst/>
          </a:prstGeom>
        </p:spPr>
      </p:pic>
    </p:spTree>
    <p:extLst>
      <p:ext uri="{BB962C8B-B14F-4D97-AF65-F5344CB8AC3E}">
        <p14:creationId xmlns:p14="http://schemas.microsoft.com/office/powerpoint/2010/main" val="47456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Description</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sz="1600" dirty="0"/>
              <a:t> This sample data is more leaning to middle/middle-upper class customer</a:t>
            </a:r>
          </a:p>
          <a:p>
            <a:pPr marL="457200" lvl="1" indent="0">
              <a:buNone/>
            </a:pPr>
            <a:endParaRPr lang="en-US" dirty="0"/>
          </a:p>
          <a:p>
            <a:pPr lvl="2">
              <a:buFont typeface="Wingdings" pitchFamily="2" charset="2"/>
              <a:buChar char="Ø"/>
            </a:pPr>
            <a:r>
              <a:rPr lang="en-US" dirty="0"/>
              <a:t>33%  of the customer are </a:t>
            </a:r>
            <a:r>
              <a:rPr lang="en-US" dirty="0" err="1"/>
              <a:t>upsale</a:t>
            </a:r>
            <a:r>
              <a:rPr lang="en-US" dirty="0"/>
              <a:t> card holder </a:t>
            </a:r>
          </a:p>
          <a:p>
            <a:pPr lvl="2">
              <a:buFont typeface="Wingdings" pitchFamily="2" charset="2"/>
              <a:buChar char="Ø"/>
            </a:pPr>
            <a:endParaRPr lang="en-US" dirty="0"/>
          </a:p>
          <a:p>
            <a:pPr lvl="2">
              <a:buFont typeface="Wingdings" pitchFamily="2" charset="2"/>
              <a:buChar char="Ø"/>
            </a:pPr>
            <a:r>
              <a:rPr lang="en-US" dirty="0"/>
              <a:t>Credit Level : 48% Very Good , 36% Good</a:t>
            </a:r>
          </a:p>
          <a:p>
            <a:pPr lvl="2">
              <a:buFont typeface="Wingdings" pitchFamily="2" charset="2"/>
              <a:buChar char="Ø"/>
            </a:pPr>
            <a:endParaRPr lang="en-US" dirty="0"/>
          </a:p>
          <a:p>
            <a:pPr lvl="2">
              <a:buFont typeface="Wingdings" pitchFamily="2" charset="2"/>
              <a:buChar char="Ø"/>
            </a:pPr>
            <a:r>
              <a:rPr lang="en-US" dirty="0"/>
              <a:t>56% of the customer with Financial Tie is Super Prime</a:t>
            </a:r>
          </a:p>
          <a:p>
            <a:pPr lvl="2">
              <a:buFont typeface="Wingdings" pitchFamily="2" charset="2"/>
              <a:buChar char="Ø"/>
            </a:pPr>
            <a:endParaRPr lang="en-US" dirty="0"/>
          </a:p>
          <a:p>
            <a:pPr lvl="2">
              <a:buFont typeface="Wingdings" pitchFamily="2" charset="2"/>
              <a:buChar char="Ø"/>
            </a:pPr>
            <a:r>
              <a:rPr lang="en-US" dirty="0"/>
              <a:t>Majority of the customer got the household income between 50k – 150k (60%) </a:t>
            </a:r>
          </a:p>
          <a:p>
            <a:pPr lvl="1">
              <a:buFont typeface="Wingdings" pitchFamily="2" charset="2"/>
              <a:buChar char="Ø"/>
            </a:pPr>
            <a:endParaRPr lang="en-US" dirty="0"/>
          </a:p>
          <a:p>
            <a:pPr marL="457200" lvl="1" indent="0">
              <a:buNone/>
            </a:pPr>
            <a:endParaRPr lang="en-US" dirty="0"/>
          </a:p>
          <a:p>
            <a:pPr marL="457200" lvl="1" indent="0">
              <a:buNone/>
            </a:pPr>
            <a:endParaRPr lang="en-US" dirty="0"/>
          </a:p>
        </p:txBody>
      </p:sp>
      <p:sp>
        <p:nvSpPr>
          <p:cNvPr id="4" name="Text Placeholder 3">
            <a:extLst>
              <a:ext uri="{FF2B5EF4-FFF2-40B4-BE49-F238E27FC236}">
                <a16:creationId xmlns:a16="http://schemas.microsoft.com/office/drawing/2014/main" id="{5A06914A-15EB-5E4D-8641-0A2B6D135857}"/>
              </a:ext>
            </a:extLst>
          </p:cNvPr>
          <p:cNvSpPr>
            <a:spLocks noGrp="1"/>
          </p:cNvSpPr>
          <p:nvPr>
            <p:ph type="body" sz="quarter" idx="32"/>
          </p:nvPr>
        </p:nvSpPr>
        <p:spPr/>
        <p:txBody>
          <a:bodyPr/>
          <a:lstStyle/>
          <a:p>
            <a:endParaRPr lang="en-US"/>
          </a:p>
        </p:txBody>
      </p:sp>
      <p:pic>
        <p:nvPicPr>
          <p:cNvPr id="2050" name="Picture 2" descr="Who is really middle class in America? This chart shows just how much  family size matters - MarketWatch">
            <a:extLst>
              <a:ext uri="{FF2B5EF4-FFF2-40B4-BE49-F238E27FC236}">
                <a16:creationId xmlns:a16="http://schemas.microsoft.com/office/drawing/2014/main" id="{0AA16D08-F4A3-4546-BFA6-BB2248C9A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671" y="1034775"/>
            <a:ext cx="4070810" cy="22882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Chart, bar chart, histogram&#10;&#10;Description automatically generated">
            <a:extLst>
              <a:ext uri="{FF2B5EF4-FFF2-40B4-BE49-F238E27FC236}">
                <a16:creationId xmlns:a16="http://schemas.microsoft.com/office/drawing/2014/main" id="{44727C03-293D-FF4B-8354-5B53E2F82F1A}"/>
              </a:ext>
            </a:extLst>
          </p:cNvPr>
          <p:cNvPicPr/>
          <p:nvPr/>
        </p:nvPicPr>
        <p:blipFill>
          <a:blip r:embed="rId3">
            <a:extLst>
              <a:ext uri="{28A0092B-C50C-407E-A947-70E740481C1C}">
                <a14:useLocalDpi xmlns:a14="http://schemas.microsoft.com/office/drawing/2010/main" val="0"/>
              </a:ext>
            </a:extLst>
          </a:blip>
          <a:stretch>
            <a:fillRect/>
          </a:stretch>
        </p:blipFill>
        <p:spPr>
          <a:xfrm>
            <a:off x="8252304" y="3725604"/>
            <a:ext cx="2619544" cy="2288288"/>
          </a:xfrm>
          <a:prstGeom prst="rect">
            <a:avLst/>
          </a:prstGeom>
        </p:spPr>
      </p:pic>
    </p:spTree>
    <p:extLst>
      <p:ext uri="{BB962C8B-B14F-4D97-AF65-F5344CB8AC3E}">
        <p14:creationId xmlns:p14="http://schemas.microsoft.com/office/powerpoint/2010/main" val="3849480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Preprocessing</a:t>
            </a:r>
          </a:p>
        </p:txBody>
      </p:sp>
      <p:sp>
        <p:nvSpPr>
          <p:cNvPr id="3" name="Content Placeholder 2"/>
          <p:cNvSpPr>
            <a:spLocks noGrp="1"/>
          </p:cNvSpPr>
          <p:nvPr>
            <p:ph idx="1"/>
          </p:nvPr>
        </p:nvSpPr>
        <p:spPr/>
        <p:txBody>
          <a:bodyPr>
            <a:normAutofit/>
          </a:bodyPr>
          <a:lstStyle/>
          <a:p>
            <a:pPr marL="457200" lvl="1" indent="0">
              <a:buNone/>
            </a:pPr>
            <a:r>
              <a:rPr lang="en-US" sz="1800" dirty="0"/>
              <a:t>Derived Column</a:t>
            </a:r>
          </a:p>
          <a:p>
            <a:pPr marL="457200" lvl="1" indent="0">
              <a:buNone/>
            </a:pPr>
            <a:endParaRPr lang="en-US" dirty="0"/>
          </a:p>
          <a:p>
            <a:pPr lvl="2"/>
            <a:r>
              <a:rPr lang="en-US" dirty="0"/>
              <a:t>Age :Derive from DOB and Age Group</a:t>
            </a:r>
          </a:p>
          <a:p>
            <a:pPr lvl="2"/>
            <a:endParaRPr lang="en-US" dirty="0"/>
          </a:p>
          <a:p>
            <a:pPr lvl="2"/>
            <a:r>
              <a:rPr lang="en-US" dirty="0" err="1"/>
              <a:t>HomePurchasedYear</a:t>
            </a:r>
            <a:r>
              <a:rPr lang="en-US" dirty="0"/>
              <a:t>: Derived from </a:t>
            </a:r>
            <a:r>
              <a:rPr lang="en-US" dirty="0" err="1"/>
              <a:t>HomePurchaseDate</a:t>
            </a:r>
            <a:endParaRPr lang="en-US" dirty="0"/>
          </a:p>
          <a:p>
            <a:pPr lvl="2"/>
            <a:endParaRPr lang="en-US" dirty="0"/>
          </a:p>
          <a:p>
            <a:pPr lvl="2"/>
            <a:r>
              <a:rPr lang="en-US" dirty="0" err="1"/>
              <a:t>HouseholdIncomeGroup</a:t>
            </a:r>
            <a:r>
              <a:rPr lang="en-US" dirty="0"/>
              <a:t>: Derived from </a:t>
            </a:r>
            <a:r>
              <a:rPr lang="en-US" dirty="0" err="1"/>
              <a:t>HouseholdIncome</a:t>
            </a:r>
            <a:endParaRPr lang="en-US" dirty="0"/>
          </a:p>
          <a:p>
            <a:pPr lvl="2"/>
            <a:endParaRPr lang="en-US" dirty="0"/>
          </a:p>
          <a:p>
            <a:pPr lvl="2"/>
            <a:r>
              <a:rPr lang="en-US" dirty="0" err="1"/>
              <a:t>HomeValueGroup</a:t>
            </a:r>
            <a:r>
              <a:rPr lang="en-US" dirty="0"/>
              <a:t>: Derived from </a:t>
            </a:r>
            <a:r>
              <a:rPr lang="en-US" dirty="0" err="1"/>
              <a:t>HomeValue</a:t>
            </a:r>
            <a:endParaRPr lang="en-US" dirty="0"/>
          </a:p>
          <a:p>
            <a:pPr lvl="2"/>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4" name="Text Placeholder 3">
            <a:extLst>
              <a:ext uri="{FF2B5EF4-FFF2-40B4-BE49-F238E27FC236}">
                <a16:creationId xmlns:a16="http://schemas.microsoft.com/office/drawing/2014/main" id="{5A06914A-15EB-5E4D-8641-0A2B6D135857}"/>
              </a:ext>
            </a:extLst>
          </p:cNvPr>
          <p:cNvSpPr>
            <a:spLocks noGrp="1"/>
          </p:cNvSpPr>
          <p:nvPr>
            <p:ph type="body" sz="quarter" idx="32"/>
          </p:nvPr>
        </p:nvSpPr>
        <p:spPr/>
        <p:txBody>
          <a:bodyPr/>
          <a:lstStyle/>
          <a:p>
            <a:endParaRPr lang="en-US"/>
          </a:p>
        </p:txBody>
      </p:sp>
    </p:spTree>
    <p:extLst>
      <p:ext uri="{BB962C8B-B14F-4D97-AF65-F5344CB8AC3E}">
        <p14:creationId xmlns:p14="http://schemas.microsoft.com/office/powerpoint/2010/main" val="3687510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Missing Value Estimation</a:t>
            </a:r>
          </a:p>
        </p:txBody>
      </p:sp>
      <p:sp>
        <p:nvSpPr>
          <p:cNvPr id="3" name="Content Placeholder 2"/>
          <p:cNvSpPr>
            <a:spLocks noGrp="1"/>
          </p:cNvSpPr>
          <p:nvPr>
            <p:ph sz="half" idx="1"/>
          </p:nvPr>
        </p:nvSpPr>
        <p:spPr>
          <a:xfrm>
            <a:off x="6096000" y="1100797"/>
            <a:ext cx="5181600" cy="4351338"/>
          </a:xfrm>
        </p:spPr>
        <p:txBody>
          <a:bodyPr>
            <a:normAutofit fontScale="55000" lnSpcReduction="20000"/>
          </a:bodyPr>
          <a:lstStyle/>
          <a:p>
            <a:pPr marL="0" indent="0">
              <a:buNone/>
            </a:pPr>
            <a:endParaRPr lang="en-US" dirty="0"/>
          </a:p>
          <a:p>
            <a:pPr marL="457200" lvl="1" indent="0">
              <a:buNone/>
            </a:pPr>
            <a:endParaRPr lang="en-US" sz="2900" dirty="0"/>
          </a:p>
          <a:p>
            <a:pPr lvl="2"/>
            <a:r>
              <a:rPr lang="en-US" sz="2900" dirty="0"/>
              <a:t>Age</a:t>
            </a:r>
          </a:p>
          <a:p>
            <a:pPr lvl="2"/>
            <a:r>
              <a:rPr lang="en-US" sz="2900" dirty="0" err="1"/>
              <a:t>HouseholdIncomeGroup</a:t>
            </a:r>
            <a:endParaRPr lang="en-US" sz="2900" dirty="0"/>
          </a:p>
          <a:p>
            <a:pPr lvl="2"/>
            <a:r>
              <a:rPr lang="en-US" sz="2900" dirty="0" err="1"/>
              <a:t>HomePurchaseYear</a:t>
            </a:r>
            <a:endParaRPr lang="en-US" sz="2900" dirty="0"/>
          </a:p>
          <a:p>
            <a:pPr lvl="2"/>
            <a:r>
              <a:rPr lang="en-US" sz="2900" dirty="0" err="1"/>
              <a:t>HomeValueGroup</a:t>
            </a:r>
            <a:endParaRPr lang="en-US" sz="2900" dirty="0"/>
          </a:p>
          <a:p>
            <a:pPr lvl="2"/>
            <a:r>
              <a:rPr lang="en-US" sz="2900" dirty="0"/>
              <a:t>Wealth Score</a:t>
            </a:r>
          </a:p>
          <a:p>
            <a:pPr lvl="2"/>
            <a:r>
              <a:rPr lang="en-US" sz="2900" dirty="0"/>
              <a:t>Auto Buyer Lead Score</a:t>
            </a:r>
          </a:p>
          <a:p>
            <a:pPr lvl="2"/>
            <a:r>
              <a:rPr lang="en-US" sz="2900" dirty="0"/>
              <a:t>New Tech Adopter Score</a:t>
            </a:r>
          </a:p>
          <a:p>
            <a:pPr lvl="2"/>
            <a:r>
              <a:rPr lang="en-US" sz="2900" dirty="0" err="1"/>
              <a:t>NetWorthGroup</a:t>
            </a:r>
            <a:endParaRPr lang="en-US" sz="2900" dirty="0"/>
          </a:p>
          <a:p>
            <a:pPr lvl="2"/>
            <a:r>
              <a:rPr lang="en-US" sz="2900" dirty="0"/>
              <a:t>Number of credit lines</a:t>
            </a:r>
          </a:p>
          <a:p>
            <a:pPr lvl="2"/>
            <a:endParaRPr lang="en-US" dirty="0"/>
          </a:p>
          <a:p>
            <a:pPr lvl="2"/>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5" name="Content Placeholder 4">
            <a:extLst>
              <a:ext uri="{FF2B5EF4-FFF2-40B4-BE49-F238E27FC236}">
                <a16:creationId xmlns:a16="http://schemas.microsoft.com/office/drawing/2014/main" id="{EE3E9EE4-252E-A04C-A085-07E6EA15E9D1}"/>
              </a:ext>
            </a:extLst>
          </p:cNvPr>
          <p:cNvSpPr>
            <a:spLocks noGrp="1"/>
          </p:cNvSpPr>
          <p:nvPr>
            <p:ph sz="half" idx="2"/>
          </p:nvPr>
        </p:nvSpPr>
        <p:spPr>
          <a:xfrm>
            <a:off x="762212" y="1892532"/>
            <a:ext cx="5181600" cy="4351338"/>
          </a:xfrm>
        </p:spPr>
        <p:txBody>
          <a:bodyPr/>
          <a:lstStyle/>
          <a:p>
            <a:r>
              <a:rPr lang="en-US" dirty="0"/>
              <a:t>PCA</a:t>
            </a:r>
          </a:p>
          <a:p>
            <a:r>
              <a:rPr lang="en-US" dirty="0"/>
              <a:t>Mean</a:t>
            </a:r>
          </a:p>
          <a:p>
            <a:r>
              <a:rPr lang="en-US" dirty="0"/>
              <a:t>Median</a:t>
            </a:r>
          </a:p>
          <a:p>
            <a:r>
              <a:rPr lang="en-US" dirty="0"/>
              <a:t>EM</a:t>
            </a:r>
          </a:p>
          <a:p>
            <a:r>
              <a:rPr lang="en-US" dirty="0"/>
              <a:t>MICE</a:t>
            </a:r>
          </a:p>
        </p:txBody>
      </p:sp>
    </p:spTree>
    <p:extLst>
      <p:ext uri="{BB962C8B-B14F-4D97-AF65-F5344CB8AC3E}">
        <p14:creationId xmlns:p14="http://schemas.microsoft.com/office/powerpoint/2010/main" val="3955885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hart, scatter chart&#10;&#10;Description automatically generated">
            <a:extLst>
              <a:ext uri="{FF2B5EF4-FFF2-40B4-BE49-F238E27FC236}">
                <a16:creationId xmlns:a16="http://schemas.microsoft.com/office/drawing/2014/main" id="{35BF40D8-18BB-EA41-9B04-B1CEE4BDB594}"/>
              </a:ext>
            </a:extLst>
          </p:cNvPr>
          <p:cNvPicPr/>
          <p:nvPr/>
        </p:nvPicPr>
        <p:blipFill>
          <a:blip r:embed="rId2"/>
          <a:stretch>
            <a:fillRect/>
          </a:stretch>
        </p:blipFill>
        <p:spPr>
          <a:xfrm>
            <a:off x="1951567" y="68263"/>
            <a:ext cx="8288866" cy="6216650"/>
          </a:xfrm>
          <a:prstGeom prst="rect">
            <a:avLst/>
          </a:prstGeom>
          <a:noFill/>
        </p:spPr>
      </p:pic>
    </p:spTree>
    <p:extLst>
      <p:ext uri="{BB962C8B-B14F-4D97-AF65-F5344CB8AC3E}">
        <p14:creationId xmlns:p14="http://schemas.microsoft.com/office/powerpoint/2010/main" val="2108918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scatter chart&#10;&#10;Description automatically generated">
            <a:extLst>
              <a:ext uri="{FF2B5EF4-FFF2-40B4-BE49-F238E27FC236}">
                <a16:creationId xmlns:a16="http://schemas.microsoft.com/office/drawing/2014/main" id="{4BE5CE98-FCC4-AA4A-A07C-3E6A06334165}"/>
              </a:ext>
            </a:extLst>
          </p:cNvPr>
          <p:cNvPicPr/>
          <p:nvPr/>
        </p:nvPicPr>
        <p:blipFill>
          <a:blip r:embed="rId2"/>
          <a:stretch>
            <a:fillRect/>
          </a:stretch>
        </p:blipFill>
        <p:spPr>
          <a:xfrm>
            <a:off x="2286000" y="571500"/>
            <a:ext cx="7620000" cy="5715000"/>
          </a:xfrm>
          <a:prstGeom prst="rect">
            <a:avLst/>
          </a:prstGeom>
        </p:spPr>
      </p:pic>
    </p:spTree>
    <p:extLst>
      <p:ext uri="{BB962C8B-B14F-4D97-AF65-F5344CB8AC3E}">
        <p14:creationId xmlns:p14="http://schemas.microsoft.com/office/powerpoint/2010/main" val="100639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scatter chart&#10;&#10;Description automatically generated">
            <a:extLst>
              <a:ext uri="{FF2B5EF4-FFF2-40B4-BE49-F238E27FC236}">
                <a16:creationId xmlns:a16="http://schemas.microsoft.com/office/drawing/2014/main" id="{8C5E7E64-F252-5F47-B411-F09751F71473}"/>
              </a:ext>
            </a:extLst>
          </p:cNvPr>
          <p:cNvPicPr/>
          <p:nvPr/>
        </p:nvPicPr>
        <p:blipFill>
          <a:blip r:embed="rId2"/>
          <a:stretch>
            <a:fillRect/>
          </a:stretch>
        </p:blipFill>
        <p:spPr>
          <a:xfrm>
            <a:off x="2286000" y="571500"/>
            <a:ext cx="7620000" cy="5715000"/>
          </a:xfrm>
          <a:prstGeom prst="rect">
            <a:avLst/>
          </a:prstGeom>
        </p:spPr>
      </p:pic>
    </p:spTree>
    <p:extLst>
      <p:ext uri="{BB962C8B-B14F-4D97-AF65-F5344CB8AC3E}">
        <p14:creationId xmlns:p14="http://schemas.microsoft.com/office/powerpoint/2010/main" val="255081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40130B-FB22-1541-83C2-BD78F32BDCF6}"/>
              </a:ext>
            </a:extLst>
          </p:cNvPr>
          <p:cNvPicPr/>
          <p:nvPr/>
        </p:nvPicPr>
        <p:blipFill>
          <a:blip r:embed="rId2"/>
          <a:stretch>
            <a:fillRect/>
          </a:stretch>
        </p:blipFill>
        <p:spPr>
          <a:xfrm>
            <a:off x="2286000" y="571500"/>
            <a:ext cx="7620000" cy="5715000"/>
          </a:xfrm>
          <a:prstGeom prst="rect">
            <a:avLst/>
          </a:prstGeom>
        </p:spPr>
      </p:pic>
    </p:spTree>
    <p:extLst>
      <p:ext uri="{BB962C8B-B14F-4D97-AF65-F5344CB8AC3E}">
        <p14:creationId xmlns:p14="http://schemas.microsoft.com/office/powerpoint/2010/main" val="1030883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scatter chart&#10;&#10;Description automatically generated">
            <a:extLst>
              <a:ext uri="{FF2B5EF4-FFF2-40B4-BE49-F238E27FC236}">
                <a16:creationId xmlns:a16="http://schemas.microsoft.com/office/drawing/2014/main" id="{2E3D1050-2AEE-9840-BC9B-FEA613F564E0}"/>
              </a:ext>
            </a:extLst>
          </p:cNvPr>
          <p:cNvPicPr/>
          <p:nvPr/>
        </p:nvPicPr>
        <p:blipFill>
          <a:blip r:embed="rId2"/>
          <a:stretch>
            <a:fillRect/>
          </a:stretch>
        </p:blipFill>
        <p:spPr>
          <a:xfrm>
            <a:off x="2286000" y="571500"/>
            <a:ext cx="7620000" cy="5715000"/>
          </a:xfrm>
          <a:prstGeom prst="rect">
            <a:avLst/>
          </a:prstGeom>
        </p:spPr>
      </p:pic>
    </p:spTree>
    <p:extLst>
      <p:ext uri="{BB962C8B-B14F-4D97-AF65-F5344CB8AC3E}">
        <p14:creationId xmlns:p14="http://schemas.microsoft.com/office/powerpoint/2010/main" val="4211597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1106C-73F3-5446-A3F5-D40831269FBB}"/>
              </a:ext>
            </a:extLst>
          </p:cNvPr>
          <p:cNvSpPr>
            <a:spLocks noGrp="1"/>
          </p:cNvSpPr>
          <p:nvPr>
            <p:ph type="title"/>
          </p:nvPr>
        </p:nvSpPr>
        <p:spPr/>
        <p:txBody>
          <a:bodyPr>
            <a:normAutofit/>
          </a:bodyPr>
          <a:lstStyle/>
          <a:p>
            <a:r>
              <a:rPr lang="en-US" sz="2800" dirty="0"/>
              <a:t>Feature Selection</a:t>
            </a:r>
          </a:p>
        </p:txBody>
      </p:sp>
      <p:sp>
        <p:nvSpPr>
          <p:cNvPr id="3" name="Slide Number Placeholder 2">
            <a:extLst>
              <a:ext uri="{FF2B5EF4-FFF2-40B4-BE49-F238E27FC236}">
                <a16:creationId xmlns:a16="http://schemas.microsoft.com/office/drawing/2014/main" id="{8A46C3FC-79CD-954D-8F87-57F6D787D6CD}"/>
              </a:ext>
            </a:extLst>
          </p:cNvPr>
          <p:cNvSpPr>
            <a:spLocks noGrp="1"/>
          </p:cNvSpPr>
          <p:nvPr>
            <p:ph type="sldNum" sz="quarter" idx="12"/>
          </p:nvPr>
        </p:nvSpPr>
        <p:spPr/>
        <p:txBody>
          <a:bodyPr/>
          <a:lstStyle/>
          <a:p>
            <a:fld id="{8C2E478F-E849-4A8C-AF1F-CBCC78A7CBFA}" type="slidenum">
              <a:rPr lang="en-US" smtClean="0"/>
              <a:t>13</a:t>
            </a:fld>
            <a:endParaRPr lang="en-US" dirty="0"/>
          </a:p>
        </p:txBody>
      </p:sp>
      <p:sp>
        <p:nvSpPr>
          <p:cNvPr id="4" name="Text Placeholder 3">
            <a:extLst>
              <a:ext uri="{FF2B5EF4-FFF2-40B4-BE49-F238E27FC236}">
                <a16:creationId xmlns:a16="http://schemas.microsoft.com/office/drawing/2014/main" id="{FF6F309A-7173-C64C-9B4E-F76D9AF8DA7A}"/>
              </a:ext>
            </a:extLst>
          </p:cNvPr>
          <p:cNvSpPr>
            <a:spLocks noGrp="1"/>
          </p:cNvSpPr>
          <p:nvPr>
            <p:ph type="body" sz="half" idx="2"/>
          </p:nvPr>
        </p:nvSpPr>
        <p:spPr/>
        <p:txBody>
          <a:bodyPr>
            <a:normAutofit lnSpcReduction="10000"/>
          </a:bodyPr>
          <a:lstStyle/>
          <a:p>
            <a:pPr>
              <a:buSzPts val="2500"/>
            </a:pPr>
            <a:r>
              <a:rPr lang="en-US" dirty="0">
                <a:latin typeface="FS Joey "/>
              </a:rPr>
              <a:t>1.Start with All Features N</a:t>
            </a:r>
          </a:p>
          <a:p>
            <a:pPr>
              <a:buSzPts val="2500"/>
            </a:pPr>
            <a:r>
              <a:rPr lang="en-US" dirty="0">
                <a:latin typeface="FS Joey "/>
              </a:rPr>
              <a:t>2. Repeat the Modeling with N-1 Most Correlated Features</a:t>
            </a:r>
          </a:p>
          <a:p>
            <a:pPr>
              <a:buSzPts val="2500"/>
            </a:pPr>
            <a:r>
              <a:rPr lang="en-US" dirty="0">
                <a:latin typeface="FS Joey "/>
              </a:rPr>
              <a:t>3. Evaluate the Model</a:t>
            </a:r>
          </a:p>
          <a:p>
            <a:pPr>
              <a:buSzPts val="2500"/>
            </a:pPr>
            <a:r>
              <a:rPr lang="en-US" dirty="0">
                <a:latin typeface="FS Joey "/>
              </a:rPr>
              <a:t>4. Go back to Step 1</a:t>
            </a:r>
          </a:p>
          <a:p>
            <a:pPr>
              <a:buSzPts val="2500"/>
            </a:pPr>
            <a:endParaRPr lang="en-US" dirty="0">
              <a:latin typeface="FS Joey "/>
            </a:endParaRPr>
          </a:p>
          <a:p>
            <a:pPr>
              <a:buSzPts val="2500"/>
            </a:pPr>
            <a:r>
              <a:rPr lang="en-US" dirty="0">
                <a:latin typeface="FS Joey "/>
              </a:rPr>
              <a:t>15 Attributes are selected for Optimize Result</a:t>
            </a:r>
          </a:p>
          <a:p>
            <a:pPr>
              <a:buSzPts val="2500"/>
            </a:pPr>
            <a:endParaRPr lang="en-US" dirty="0">
              <a:latin typeface="FS Joey "/>
            </a:endParaRPr>
          </a:p>
        </p:txBody>
      </p:sp>
      <p:sp>
        <p:nvSpPr>
          <p:cNvPr id="13" name="Rectangle 12">
            <a:extLst>
              <a:ext uri="{FF2B5EF4-FFF2-40B4-BE49-F238E27FC236}">
                <a16:creationId xmlns:a16="http://schemas.microsoft.com/office/drawing/2014/main" id="{2BF63D4E-9CC5-464E-BF87-AB0E331F6C12}"/>
              </a:ext>
            </a:extLst>
          </p:cNvPr>
          <p:cNvSpPr/>
          <p:nvPr/>
        </p:nvSpPr>
        <p:spPr>
          <a:xfrm>
            <a:off x="5183188" y="518984"/>
            <a:ext cx="1575958" cy="17175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6519966F-A753-FE4F-8EA1-0264FC64A876}"/>
              </a:ext>
            </a:extLst>
          </p:cNvPr>
          <p:cNvSpPr>
            <a:spLocks noGrp="1"/>
          </p:cNvSpPr>
          <p:nvPr>
            <p:ph type="pic" idx="1"/>
          </p:nvPr>
        </p:nvSpPr>
        <p:spPr/>
      </p:sp>
      <p:pic>
        <p:nvPicPr>
          <p:cNvPr id="5" name="Picture 4">
            <a:extLst>
              <a:ext uri="{FF2B5EF4-FFF2-40B4-BE49-F238E27FC236}">
                <a16:creationId xmlns:a16="http://schemas.microsoft.com/office/drawing/2014/main" id="{B492257E-8677-FC4F-87C0-A6D0BF3C1B97}"/>
              </a:ext>
            </a:extLst>
          </p:cNvPr>
          <p:cNvPicPr>
            <a:picLocks noChangeAspect="1"/>
          </p:cNvPicPr>
          <p:nvPr/>
        </p:nvPicPr>
        <p:blipFill>
          <a:blip r:embed="rId3"/>
          <a:stretch>
            <a:fillRect/>
          </a:stretch>
        </p:blipFill>
        <p:spPr>
          <a:xfrm>
            <a:off x="5387884" y="1761893"/>
            <a:ext cx="6155714" cy="3738549"/>
          </a:xfrm>
          <a:prstGeom prst="rect">
            <a:avLst/>
          </a:prstGeom>
        </p:spPr>
      </p:pic>
    </p:spTree>
    <p:extLst>
      <p:ext uri="{BB962C8B-B14F-4D97-AF65-F5344CB8AC3E}">
        <p14:creationId xmlns:p14="http://schemas.microsoft.com/office/powerpoint/2010/main" val="2089991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Prediction Model</a:t>
            </a:r>
          </a:p>
        </p:txBody>
      </p:sp>
      <p:sp>
        <p:nvSpPr>
          <p:cNvPr id="3" name="Content Placeholder 2"/>
          <p:cNvSpPr>
            <a:spLocks noGrp="1"/>
          </p:cNvSpPr>
          <p:nvPr>
            <p:ph idx="1"/>
          </p:nvPr>
        </p:nvSpPr>
        <p:spPr/>
        <p:txBody>
          <a:bodyPr>
            <a:normAutofit/>
          </a:bodyPr>
          <a:lstStyle/>
          <a:p>
            <a:r>
              <a:rPr lang="en-GB" sz="2000" dirty="0"/>
              <a:t>The following algorithms are chosen to build the prediction model</a:t>
            </a:r>
          </a:p>
          <a:p>
            <a:pPr lvl="1"/>
            <a:r>
              <a:rPr lang="en-GB" sz="2000" dirty="0"/>
              <a:t>LR, BLR, NN, RF</a:t>
            </a:r>
          </a:p>
          <a:p>
            <a:pPr marL="457200" lvl="1" indent="0">
              <a:buNone/>
            </a:pPr>
            <a:r>
              <a:rPr lang="en-GB" dirty="0"/>
              <a:t>*Skip the Normalization step for invariant Regression Model </a:t>
            </a:r>
          </a:p>
          <a:p>
            <a:pPr lvl="1"/>
            <a:endParaRPr lang="en-GB" dirty="0"/>
          </a:p>
          <a:p>
            <a:pPr lvl="1"/>
            <a:endParaRPr lang="en-GB" dirty="0"/>
          </a:p>
          <a:p>
            <a:endParaRPr lang="en-US" dirty="0"/>
          </a:p>
        </p:txBody>
      </p:sp>
      <p:pic>
        <p:nvPicPr>
          <p:cNvPr id="6" name="Picture 5">
            <a:extLst>
              <a:ext uri="{FF2B5EF4-FFF2-40B4-BE49-F238E27FC236}">
                <a16:creationId xmlns:a16="http://schemas.microsoft.com/office/drawing/2014/main" id="{20FE2975-D840-3347-9497-A1D40958AD2F}"/>
              </a:ext>
            </a:extLst>
          </p:cNvPr>
          <p:cNvPicPr>
            <a:picLocks noChangeAspect="1"/>
          </p:cNvPicPr>
          <p:nvPr/>
        </p:nvPicPr>
        <p:blipFill>
          <a:blip r:embed="rId2"/>
          <a:stretch>
            <a:fillRect/>
          </a:stretch>
        </p:blipFill>
        <p:spPr>
          <a:xfrm>
            <a:off x="1901824" y="3429000"/>
            <a:ext cx="7135115" cy="1864577"/>
          </a:xfrm>
          <a:prstGeom prst="rect">
            <a:avLst/>
          </a:prstGeom>
        </p:spPr>
      </p:pic>
    </p:spTree>
    <p:extLst>
      <p:ext uri="{BB962C8B-B14F-4D97-AF65-F5344CB8AC3E}">
        <p14:creationId xmlns:p14="http://schemas.microsoft.com/office/powerpoint/2010/main" val="107776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Prediction Model</a:t>
            </a:r>
          </a:p>
        </p:txBody>
      </p:sp>
      <p:sp>
        <p:nvSpPr>
          <p:cNvPr id="3" name="Content Placeholder 2"/>
          <p:cNvSpPr>
            <a:spLocks noGrp="1"/>
          </p:cNvSpPr>
          <p:nvPr>
            <p:ph idx="1"/>
          </p:nvPr>
        </p:nvSpPr>
        <p:spPr/>
        <p:txBody>
          <a:bodyPr>
            <a:normAutofit/>
          </a:bodyPr>
          <a:lstStyle/>
          <a:p>
            <a:r>
              <a:rPr lang="en-GB" dirty="0"/>
              <a:t>Reduce to only including 10 attributes</a:t>
            </a:r>
          </a:p>
          <a:p>
            <a:pPr lvl="1"/>
            <a:endParaRPr lang="en-GB" dirty="0"/>
          </a:p>
          <a:p>
            <a:pPr lvl="1"/>
            <a:endParaRPr lang="en-GB" dirty="0"/>
          </a:p>
          <a:p>
            <a:endParaRPr lang="en-US" dirty="0"/>
          </a:p>
        </p:txBody>
      </p:sp>
      <p:pic>
        <p:nvPicPr>
          <p:cNvPr id="4" name="Picture 3">
            <a:extLst>
              <a:ext uri="{FF2B5EF4-FFF2-40B4-BE49-F238E27FC236}">
                <a16:creationId xmlns:a16="http://schemas.microsoft.com/office/drawing/2014/main" id="{6441FCB9-09B6-1C40-A2D5-FB41261FD438}"/>
              </a:ext>
            </a:extLst>
          </p:cNvPr>
          <p:cNvPicPr>
            <a:picLocks noChangeAspect="1"/>
          </p:cNvPicPr>
          <p:nvPr/>
        </p:nvPicPr>
        <p:blipFill>
          <a:blip r:embed="rId2"/>
          <a:stretch>
            <a:fillRect/>
          </a:stretch>
        </p:blipFill>
        <p:spPr>
          <a:xfrm>
            <a:off x="1218115" y="3234163"/>
            <a:ext cx="9919460" cy="1728129"/>
          </a:xfrm>
          <a:prstGeom prst="rect">
            <a:avLst/>
          </a:prstGeom>
        </p:spPr>
      </p:pic>
    </p:spTree>
    <p:extLst>
      <p:ext uri="{BB962C8B-B14F-4D97-AF65-F5344CB8AC3E}">
        <p14:creationId xmlns:p14="http://schemas.microsoft.com/office/powerpoint/2010/main" val="588591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Large Image of person at laptop in internet cafe">
            <a:extLst>
              <a:ext uri="{FF2B5EF4-FFF2-40B4-BE49-F238E27FC236}">
                <a16:creationId xmlns:a16="http://schemas.microsoft.com/office/drawing/2014/main" id="{BFA823F4-1B6F-4E9F-8515-0F87A0C174C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3" name="Title 2" hidden="1">
            <a:extLst>
              <a:ext uri="{FF2B5EF4-FFF2-40B4-BE49-F238E27FC236}">
                <a16:creationId xmlns:a16="http://schemas.microsoft.com/office/drawing/2014/main" id="{E70920C0-10F4-4ECD-BDF3-CE993B7C8C82}"/>
              </a:ext>
            </a:extLst>
          </p:cNvPr>
          <p:cNvSpPr>
            <a:spLocks noGrp="1"/>
          </p:cNvSpPr>
          <p:nvPr>
            <p:ph type="title"/>
          </p:nvPr>
        </p:nvSpPr>
        <p:spPr/>
        <p:txBody>
          <a:bodyPr/>
          <a:lstStyle/>
          <a:p>
            <a:r>
              <a:rPr lang="en-US" dirty="0"/>
              <a:t>Large Picture Slide</a:t>
            </a:r>
          </a:p>
        </p:txBody>
      </p:sp>
      <p:sp>
        <p:nvSpPr>
          <p:cNvPr id="5" name="Rectangle 13" descr="Accent block">
            <a:extLst>
              <a:ext uri="{FF2B5EF4-FFF2-40B4-BE49-F238E27FC236}">
                <a16:creationId xmlns:a16="http://schemas.microsoft.com/office/drawing/2014/main" id="{84970DCE-964B-4562-9633-71BA6A4DCB65}"/>
              </a:ext>
              <a:ext uri="{C183D7F6-B498-43B3-948B-1728B52AA6E4}">
                <adec:decorative xmlns:adec="http://schemas.microsoft.com/office/drawing/2017/decorative" val="1"/>
              </a:ext>
            </a:extLst>
          </p:cNvPr>
          <p:cNvSpPr/>
          <p:nvPr/>
        </p:nvSpPr>
        <p:spPr>
          <a:xfrm>
            <a:off x="0" y="0"/>
            <a:ext cx="12191999" cy="6882714"/>
          </a:xfrm>
          <a:prstGeom prst="rect">
            <a:avLst/>
          </a:prstGeom>
          <a:gradFill flip="none" rotWithShape="1">
            <a:gsLst>
              <a:gs pos="0">
                <a:srgbClr val="01023B">
                  <a:alpha val="20000"/>
                </a:srgbClr>
              </a:gs>
              <a:gs pos="100000">
                <a:srgbClr val="E99757">
                  <a:alpha val="20000"/>
                </a:srgbClr>
              </a:gs>
              <a:gs pos="50000">
                <a:srgbClr val="A53F52">
                  <a:alpha val="2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descr="Accent block for text">
            <a:extLst>
              <a:ext uri="{FF2B5EF4-FFF2-40B4-BE49-F238E27FC236}">
                <a16:creationId xmlns:a16="http://schemas.microsoft.com/office/drawing/2014/main" id="{3C1F0EB8-D260-4FB6-ACF6-6E86B9A02919}"/>
              </a:ext>
              <a:ext uri="{C183D7F6-B498-43B3-948B-1728B52AA6E4}">
                <adec:decorative xmlns:adec="http://schemas.microsoft.com/office/drawing/2017/decorative" val="1"/>
              </a:ext>
            </a:extLst>
          </p:cNvPr>
          <p:cNvSpPr/>
          <p:nvPr/>
        </p:nvSpPr>
        <p:spPr>
          <a:xfrm>
            <a:off x="0" y="3469046"/>
            <a:ext cx="4199467" cy="2048932"/>
          </a:xfrm>
          <a:prstGeom prst="rect">
            <a:avLst/>
          </a:prstGeom>
          <a:solidFill>
            <a:srgbClr val="2F3342"/>
          </a:solidFill>
          <a:ln>
            <a:noFill/>
          </a:ln>
          <a:effectLst>
            <a:innerShdw blurRad="254000" dist="127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6D4BFC2-69CA-4ED6-89E7-A9ADB571E7A4}"/>
              </a:ext>
            </a:extLst>
          </p:cNvPr>
          <p:cNvSpPr/>
          <p:nvPr/>
        </p:nvSpPr>
        <p:spPr>
          <a:xfrm>
            <a:off x="0" y="3624359"/>
            <a:ext cx="3939857" cy="1738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91440" rtlCol="0" anchor="ctr"/>
          <a:lstStyle/>
          <a:p>
            <a:pPr>
              <a:lnSpc>
                <a:spcPct val="80000"/>
              </a:lnSpc>
              <a:defRPr sz="10000">
                <a:solidFill>
                  <a:srgbClr val="3A3B39"/>
                </a:solidFill>
                <a:latin typeface="Bebas"/>
                <a:ea typeface="Bebas"/>
                <a:cs typeface="Bebas"/>
                <a:sym typeface="Bebas"/>
              </a:defRPr>
            </a:pPr>
            <a:r>
              <a:rPr lang="en-US" sz="2800" dirty="0">
                <a:solidFill>
                  <a:schemeClr val="bg1"/>
                </a:solidFill>
                <a:latin typeface="+mj-lt"/>
                <a:cs typeface="Gill Sans" panose="020B0502020104020203" pitchFamily="34" charset="-79"/>
              </a:rPr>
              <a:t>Summary</a:t>
            </a:r>
            <a:endParaRPr lang="en-US" sz="1100" dirty="0"/>
          </a:p>
        </p:txBody>
      </p:sp>
    </p:spTree>
    <p:extLst>
      <p:ext uri="{BB962C8B-B14F-4D97-AF65-F5344CB8AC3E}">
        <p14:creationId xmlns:p14="http://schemas.microsoft.com/office/powerpoint/2010/main" val="3482996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534194-745D-4888-BF16-6C09F65EA484}"/>
              </a:ext>
            </a:extLst>
          </p:cNvPr>
          <p:cNvSpPr>
            <a:spLocks noGrp="1"/>
          </p:cNvSpPr>
          <p:nvPr>
            <p:ph type="title"/>
          </p:nvPr>
        </p:nvSpPr>
        <p:spPr/>
        <p:txBody>
          <a:bodyPr anchor="ctr">
            <a:normAutofit fontScale="90000"/>
          </a:bodyPr>
          <a:lstStyle/>
          <a:p>
            <a:pPr algn="ctr"/>
            <a:r>
              <a:rPr lang="en-US" dirty="0"/>
              <a:t>Summary</a:t>
            </a:r>
          </a:p>
        </p:txBody>
      </p:sp>
      <p:sp>
        <p:nvSpPr>
          <p:cNvPr id="5" name="Content Placeholder 4">
            <a:extLst>
              <a:ext uri="{FF2B5EF4-FFF2-40B4-BE49-F238E27FC236}">
                <a16:creationId xmlns:a16="http://schemas.microsoft.com/office/drawing/2014/main" id="{56D0F54D-A602-4D35-8BE1-6B9BE8078989}"/>
              </a:ext>
            </a:extLst>
          </p:cNvPr>
          <p:cNvSpPr>
            <a:spLocks noGrp="1"/>
          </p:cNvSpPr>
          <p:nvPr>
            <p:ph idx="1"/>
          </p:nvPr>
        </p:nvSpPr>
        <p:spPr/>
        <p:txBody>
          <a:bodyPr>
            <a:normAutofit/>
          </a:bodyPr>
          <a:lstStyle/>
          <a:p>
            <a:pPr fontAlgn="base"/>
            <a:r>
              <a:rPr lang="en-GB" dirty="0"/>
              <a:t>Random Forest outperform compare to other regression model </a:t>
            </a:r>
          </a:p>
          <a:p>
            <a:pPr fontAlgn="base"/>
            <a:r>
              <a:rPr lang="en-GB" dirty="0"/>
              <a:t>Missing value estimation is the key during Data </a:t>
            </a:r>
            <a:r>
              <a:rPr lang="en-GB" dirty="0" err="1"/>
              <a:t>Preprocess</a:t>
            </a:r>
            <a:endParaRPr lang="en-GB" dirty="0"/>
          </a:p>
          <a:p>
            <a:pPr fontAlgn="base"/>
            <a:r>
              <a:rPr lang="en-GB" dirty="0"/>
              <a:t>The optimise number of features is 15</a:t>
            </a:r>
          </a:p>
          <a:p>
            <a:pPr fontAlgn="base"/>
            <a:r>
              <a:rPr lang="en-GB" dirty="0"/>
              <a:t>A quick Home Quote Engine can be provided with only 10 attributes but comes similar accuracy</a:t>
            </a:r>
          </a:p>
        </p:txBody>
      </p:sp>
      <p:sp>
        <p:nvSpPr>
          <p:cNvPr id="8" name="Slide Number Placeholder 7">
            <a:extLst>
              <a:ext uri="{FF2B5EF4-FFF2-40B4-BE49-F238E27FC236}">
                <a16:creationId xmlns:a16="http://schemas.microsoft.com/office/drawing/2014/main" id="{84A4C0E3-E146-49BF-804D-D369F89E8F2A}"/>
              </a:ext>
            </a:extLst>
          </p:cNvPr>
          <p:cNvSpPr>
            <a:spLocks noGrp="1"/>
          </p:cNvSpPr>
          <p:nvPr>
            <p:ph type="sldNum" sz="quarter" idx="4294967295"/>
          </p:nvPr>
        </p:nvSpPr>
        <p:spPr>
          <a:xfrm>
            <a:off x="11747500" y="6469063"/>
            <a:ext cx="444500" cy="365125"/>
          </a:xfrm>
        </p:spPr>
        <p:txBody>
          <a:bodyPr/>
          <a:lstStyle/>
          <a:p>
            <a:fld id="{8C2E478F-E849-4A8C-AF1F-CBCC78A7CBFA}" type="slidenum">
              <a:rPr lang="en-US" smtClean="0"/>
              <a:t>17</a:t>
            </a:fld>
            <a:endParaRPr lang="en-US" dirty="0"/>
          </a:p>
        </p:txBody>
      </p:sp>
      <p:pic>
        <p:nvPicPr>
          <p:cNvPr id="5122" name="Picture 2" descr="Compare Cheap Home Insurance Quotes | MoneySuperMarket">
            <a:extLst>
              <a:ext uri="{FF2B5EF4-FFF2-40B4-BE49-F238E27FC236}">
                <a16:creationId xmlns:a16="http://schemas.microsoft.com/office/drawing/2014/main" id="{4F38E70C-B9AB-C840-9660-C61DF6BCC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9579" y="985562"/>
            <a:ext cx="2227921" cy="2227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265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Picture placeholder">
            <a:extLst>
              <a:ext uri="{FF2B5EF4-FFF2-40B4-BE49-F238E27FC236}">
                <a16:creationId xmlns:a16="http://schemas.microsoft.com/office/drawing/2014/main" id="{4D593114-653B-4F83-A72F-17932C08057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5" name="Rectangle 4" descr="Accent block">
            <a:extLst>
              <a:ext uri="{FF2B5EF4-FFF2-40B4-BE49-F238E27FC236}">
                <a16:creationId xmlns:a16="http://schemas.microsoft.com/office/drawing/2014/main" id="{979F9DAD-F6B0-4ECC-8632-4B5E050986A8}"/>
              </a:ext>
            </a:extLst>
          </p:cNvPr>
          <p:cNvSpPr/>
          <p:nvPr/>
        </p:nvSpPr>
        <p:spPr>
          <a:xfrm>
            <a:off x="0" y="-6507"/>
            <a:ext cx="12192000" cy="6858000"/>
          </a:xfrm>
          <a:prstGeom prst="rect">
            <a:avLst/>
          </a:prstGeom>
          <a:gradFill>
            <a:gsLst>
              <a:gs pos="0">
                <a:srgbClr val="01023B">
                  <a:alpha val="70000"/>
                </a:srgbClr>
              </a:gs>
              <a:gs pos="100000">
                <a:srgbClr val="E99757">
                  <a:lumMod val="97000"/>
                  <a:lumOff val="3000"/>
                  <a:alpha val="70000"/>
                </a:srgbClr>
              </a:gs>
              <a:gs pos="50000">
                <a:srgbClr val="A53F52">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4F7706BE-EF2E-459C-8778-01DDD354C634}"/>
              </a:ext>
            </a:extLst>
          </p:cNvPr>
          <p:cNvSpPr>
            <a:spLocks noGrp="1"/>
          </p:cNvSpPr>
          <p:nvPr>
            <p:ph type="title"/>
          </p:nvPr>
        </p:nvSpPr>
        <p:spPr>
          <a:xfrm>
            <a:off x="702365" y="901880"/>
            <a:ext cx="10787270" cy="830649"/>
          </a:xfrm>
        </p:spPr>
        <p:txBody>
          <a:bodyPr>
            <a:normAutofit fontScale="90000"/>
          </a:bodyPr>
          <a:lstStyle/>
          <a:p>
            <a:r>
              <a:rPr lang="en-US" dirty="0">
                <a:solidFill>
                  <a:schemeClr val="bg1"/>
                </a:solidFill>
              </a:rPr>
              <a:t>Q&amp;A</a:t>
            </a:r>
          </a:p>
        </p:txBody>
      </p:sp>
      <p:pic>
        <p:nvPicPr>
          <p:cNvPr id="11" name="Graphic 10" descr="User" title="Icon - Presenter Name">
            <a:extLst>
              <a:ext uri="{FF2B5EF4-FFF2-40B4-BE49-F238E27FC236}">
                <a16:creationId xmlns:a16="http://schemas.microsoft.com/office/drawing/2014/main" id="{CB7DE048-B12A-41D3-B89F-B56544FA94F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08371" y="3061212"/>
            <a:ext cx="558449" cy="558449"/>
          </a:xfrm>
          <a:prstGeom prst="rect">
            <a:avLst/>
          </a:prstGeom>
        </p:spPr>
      </p:pic>
      <p:sp>
        <p:nvSpPr>
          <p:cNvPr id="14" name="Subtitle 2">
            <a:extLst>
              <a:ext uri="{FF2B5EF4-FFF2-40B4-BE49-F238E27FC236}">
                <a16:creationId xmlns:a16="http://schemas.microsoft.com/office/drawing/2014/main" id="{A62C97B6-F2B5-4806-AB83-0CC32DF096AE}"/>
              </a:ext>
            </a:extLst>
          </p:cNvPr>
          <p:cNvSpPr txBox="1">
            <a:spLocks/>
          </p:cNvSpPr>
          <p:nvPr/>
        </p:nvSpPr>
        <p:spPr>
          <a:xfrm>
            <a:off x="5103215" y="3061213"/>
            <a:ext cx="3345046" cy="558449"/>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sz="1400" kern="1200">
                <a:solidFill>
                  <a:schemeClr val="bg1"/>
                </a:solidFill>
                <a:latin typeface="+mn-lt"/>
                <a:ea typeface="+mn-ea"/>
                <a:cs typeface="+mn-cs"/>
              </a:defRPr>
            </a:lvl1pPr>
            <a:lvl2pPr marL="457200" indent="0" algn="ctr" defTabSz="914400" rtl="0" eaLnBrk="1" latinLnBrk="0" hangingPunct="1">
              <a:lnSpc>
                <a:spcPct val="100000"/>
              </a:lnSpc>
              <a:spcBef>
                <a:spcPts val="500"/>
              </a:spcBef>
              <a:spcAft>
                <a:spcPts val="500"/>
              </a:spcAft>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100000"/>
              </a:lnSpc>
              <a:spcBef>
                <a:spcPts val="500"/>
              </a:spcBef>
              <a:spcAft>
                <a:spcPts val="500"/>
              </a:spcAft>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100000"/>
              </a:lnSpc>
              <a:spcBef>
                <a:spcPts val="500"/>
              </a:spcBef>
              <a:spcAft>
                <a:spcPts val="500"/>
              </a:spcAft>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rgbClr val="00B0F0"/>
              </a:buClr>
            </a:pPr>
            <a:r>
              <a:rPr lang="en-ZA" sz="1800" spc="300" dirty="0">
                <a:latin typeface="+mj-lt"/>
                <a:cs typeface="Gill Sans" panose="020B0502020104020203" pitchFamily="34" charset="-79"/>
              </a:rPr>
              <a:t>Yongyang Huo</a:t>
            </a:r>
            <a:endParaRPr kumimoji="0" lang="en-ZA" sz="1800" u="none" strike="noStrike" kern="1200" cap="none" spc="300" normalizeH="0" baseline="0" noProof="0" dirty="0">
              <a:ln>
                <a:noFill/>
              </a:ln>
              <a:effectLst/>
              <a:uLnTx/>
              <a:uFillTx/>
              <a:latin typeface="+mj-lt"/>
              <a:cs typeface="Gill Sans" panose="020B0502020104020203" pitchFamily="34" charset="-79"/>
            </a:endParaRP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nical_Presentation_01_AS - v5" id="{E8D6DDC5-0F6D-45B7-B131-D0E18166558C}" vid="{A5BE99D8-16B2-4823-A7C9-A4C93BD888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C5BC67-BC5F-49A0-B382-4FB47F800C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C9F62E-0773-4164-B986-3E326BE687C9}">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87264107-8248-43DA-8012-F707E0E46E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658</Words>
  <Application>Microsoft Macintosh PowerPoint</Application>
  <PresentationFormat>Widescreen</PresentationFormat>
  <Paragraphs>114</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Bebas</vt:lpstr>
      <vt:lpstr>FS Joey </vt:lpstr>
      <vt:lpstr>Arial</vt:lpstr>
      <vt:lpstr>Calibri</vt:lpstr>
      <vt:lpstr>Calibri Light</vt:lpstr>
      <vt:lpstr>Gill Sans</vt:lpstr>
      <vt:lpstr>Wingdings</vt:lpstr>
      <vt:lpstr>Office Theme</vt:lpstr>
      <vt:lpstr>OpenHouse Insurance Machine Learning</vt:lpstr>
      <vt:lpstr>Goal  Data Description  Data Preprocessing  Prediction Models  Result Summary</vt:lpstr>
      <vt:lpstr>Project Goal</vt:lpstr>
      <vt:lpstr>Data Description</vt:lpstr>
      <vt:lpstr>Data Description</vt:lpstr>
      <vt:lpstr>Data Preprocessing</vt:lpstr>
      <vt:lpstr>Missing Value Estimation</vt:lpstr>
      <vt:lpstr>PowerPoint Presentation</vt:lpstr>
      <vt:lpstr>PowerPoint Presentation</vt:lpstr>
      <vt:lpstr>PowerPoint Presentation</vt:lpstr>
      <vt:lpstr>PowerPoint Presentation</vt:lpstr>
      <vt:lpstr>PowerPoint Presentation</vt:lpstr>
      <vt:lpstr>Feature Selection</vt:lpstr>
      <vt:lpstr>Prediction Model</vt:lpstr>
      <vt:lpstr>Prediction Model</vt:lpstr>
      <vt:lpstr>Large Picture Slide</vt:lpstr>
      <vt:lpstr>Summary</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Yongyang Huo</dc:creator>
  <cp:lastModifiedBy/>
  <cp:revision>1</cp:revision>
  <dcterms:created xsi:type="dcterms:W3CDTF">2018-10-25T15:54:50Z</dcterms:created>
  <dcterms:modified xsi:type="dcterms:W3CDTF">2021-01-28T00:58:38Z</dcterms:modified>
</cp:coreProperties>
</file>