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56" r:id="rId2"/>
    <p:sldId id="257" r:id="rId3"/>
    <p:sldId id="258" r:id="rId4"/>
    <p:sldId id="261" r:id="rId5"/>
    <p:sldId id="260" r:id="rId6"/>
    <p:sldId id="276" r:id="rId7"/>
    <p:sldId id="270" r:id="rId8"/>
    <p:sldId id="263" r:id="rId9"/>
    <p:sldId id="264" r:id="rId10"/>
    <p:sldId id="281" r:id="rId11"/>
    <p:sldId id="268" r:id="rId12"/>
    <p:sldId id="269" r:id="rId13"/>
    <p:sldId id="259" r:id="rId14"/>
    <p:sldId id="262" r:id="rId15"/>
    <p:sldId id="266" r:id="rId16"/>
    <p:sldId id="280" r:id="rId17"/>
  </p:sldIdLst>
  <p:sldSz cx="18288000" cy="10287000"/>
  <p:notesSz cx="6858000" cy="9144000"/>
  <p:embeddedFontLst>
    <p:embeddedFont>
      <p:font typeface="Arimo"/>
      <p:regular r:id="rId19"/>
    </p:embeddedFont>
    <p:embeddedFont>
      <p:font typeface="Nunito" pitchFamily="2" charset="0"/>
      <p:regular r:id="rId20"/>
      <p:bold r:id="rId21"/>
      <p:italic r:id="rId22"/>
      <p:boldItalic r:id="rId23"/>
    </p:embeddedFont>
    <p:embeddedFont>
      <p:font typeface="Press Start 2P"/>
      <p:regular r:id="rId24"/>
    </p:embeddedFont>
    <p:embeddedFont>
      <p:font typeface="Roboto" panose="02000000000000000000" pitchFamily="2" charset="0"/>
      <p:regular r:id="rId25"/>
      <p:bold r:id="rId26"/>
      <p:italic r:id="rId27"/>
      <p:bold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9BA6955-5DF5-449D-B960-D57237E270F2}" v="17" dt="2024-10-25T11:28:47.95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2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ngyang Huo" userId="42b23976-dd56-448e-8ddd-fbb90f74ee53" providerId="ADAL" clId="{59BA6955-5DF5-449D-B960-D57237E270F2}"/>
    <pc:docChg chg="custSel addSld delSld modSld">
      <pc:chgData name="Yongyang Huo" userId="42b23976-dd56-448e-8ddd-fbb90f74ee53" providerId="ADAL" clId="{59BA6955-5DF5-449D-B960-D57237E270F2}" dt="2024-11-04T16:32:52.929" v="322" actId="478"/>
      <pc:docMkLst>
        <pc:docMk/>
      </pc:docMkLst>
      <pc:sldChg chg="modSp mod">
        <pc:chgData name="Yongyang Huo" userId="42b23976-dd56-448e-8ddd-fbb90f74ee53" providerId="ADAL" clId="{59BA6955-5DF5-449D-B960-D57237E270F2}" dt="2024-10-25T11:16:26.172" v="240" actId="1076"/>
        <pc:sldMkLst>
          <pc:docMk/>
          <pc:sldMk cId="0" sldId="256"/>
        </pc:sldMkLst>
        <pc:spChg chg="mod">
          <ac:chgData name="Yongyang Huo" userId="42b23976-dd56-448e-8ddd-fbb90f74ee53" providerId="ADAL" clId="{59BA6955-5DF5-449D-B960-D57237E270F2}" dt="2024-10-25T11:16:24.664" v="239" actId="1076"/>
          <ac:spMkLst>
            <pc:docMk/>
            <pc:sldMk cId="0" sldId="256"/>
            <ac:spMk id="2" creationId="{00000000-0000-0000-0000-000000000000}"/>
          </ac:spMkLst>
        </pc:spChg>
        <pc:spChg chg="mod">
          <ac:chgData name="Yongyang Huo" userId="42b23976-dd56-448e-8ddd-fbb90f74ee53" providerId="ADAL" clId="{59BA6955-5DF5-449D-B960-D57237E270F2}" dt="2024-10-25T11:16:26.172" v="240" actId="1076"/>
          <ac:spMkLst>
            <pc:docMk/>
            <pc:sldMk cId="0" sldId="256"/>
            <ac:spMk id="5" creationId="{00000000-0000-0000-0000-000000000000}"/>
          </ac:spMkLst>
        </pc:spChg>
      </pc:sldChg>
      <pc:sldChg chg="modSp mod">
        <pc:chgData name="Yongyang Huo" userId="42b23976-dd56-448e-8ddd-fbb90f74ee53" providerId="ADAL" clId="{59BA6955-5DF5-449D-B960-D57237E270F2}" dt="2024-10-25T11:16:48.737" v="254" actId="20577"/>
        <pc:sldMkLst>
          <pc:docMk/>
          <pc:sldMk cId="0" sldId="257"/>
        </pc:sldMkLst>
        <pc:spChg chg="mod">
          <ac:chgData name="Yongyang Huo" userId="42b23976-dd56-448e-8ddd-fbb90f74ee53" providerId="ADAL" clId="{59BA6955-5DF5-449D-B960-D57237E270F2}" dt="2024-10-25T11:16:48.737" v="254" actId="20577"/>
          <ac:spMkLst>
            <pc:docMk/>
            <pc:sldMk cId="0" sldId="257"/>
            <ac:spMk id="16" creationId="{00000000-0000-0000-0000-000000000000}"/>
          </ac:spMkLst>
        </pc:spChg>
      </pc:sldChg>
      <pc:sldChg chg="modNotesTx">
        <pc:chgData name="Yongyang Huo" userId="42b23976-dd56-448e-8ddd-fbb90f74ee53" providerId="ADAL" clId="{59BA6955-5DF5-449D-B960-D57237E270F2}" dt="2024-10-25T11:23:47.445" v="265"/>
        <pc:sldMkLst>
          <pc:docMk/>
          <pc:sldMk cId="0" sldId="258"/>
        </pc:sldMkLst>
      </pc:sldChg>
      <pc:sldChg chg="modNotesTx">
        <pc:chgData name="Yongyang Huo" userId="42b23976-dd56-448e-8ddd-fbb90f74ee53" providerId="ADAL" clId="{59BA6955-5DF5-449D-B960-D57237E270F2}" dt="2024-10-25T11:22:57.004" v="264"/>
        <pc:sldMkLst>
          <pc:docMk/>
          <pc:sldMk cId="0" sldId="260"/>
        </pc:sldMkLst>
      </pc:sldChg>
      <pc:sldChg chg="modNotesTx">
        <pc:chgData name="Yongyang Huo" userId="42b23976-dd56-448e-8ddd-fbb90f74ee53" providerId="ADAL" clId="{59BA6955-5DF5-449D-B960-D57237E270F2}" dt="2024-10-25T11:27:50.212" v="267"/>
        <pc:sldMkLst>
          <pc:docMk/>
          <pc:sldMk cId="0" sldId="261"/>
        </pc:sldMkLst>
      </pc:sldChg>
      <pc:sldChg chg="modSp mod">
        <pc:chgData name="Yongyang Huo" userId="42b23976-dd56-448e-8ddd-fbb90f74ee53" providerId="ADAL" clId="{59BA6955-5DF5-449D-B960-D57237E270F2}" dt="2024-10-25T11:15:23.725" v="238" actId="6549"/>
        <pc:sldMkLst>
          <pc:docMk/>
          <pc:sldMk cId="0" sldId="262"/>
        </pc:sldMkLst>
        <pc:spChg chg="mod">
          <ac:chgData name="Yongyang Huo" userId="42b23976-dd56-448e-8ddd-fbb90f74ee53" providerId="ADAL" clId="{59BA6955-5DF5-449D-B960-D57237E270F2}" dt="2024-10-25T11:15:23.725" v="238" actId="6549"/>
          <ac:spMkLst>
            <pc:docMk/>
            <pc:sldMk cId="0" sldId="262"/>
            <ac:spMk id="4" creationId="{00000000-0000-0000-0000-000000000000}"/>
          </ac:spMkLst>
        </pc:spChg>
      </pc:sldChg>
      <pc:sldChg chg="delSp modSp mod modNotesTx">
        <pc:chgData name="Yongyang Huo" userId="42b23976-dd56-448e-8ddd-fbb90f74ee53" providerId="ADAL" clId="{59BA6955-5DF5-449D-B960-D57237E270F2}" dt="2024-11-04T16:32:39.500" v="321" actId="313"/>
        <pc:sldMkLst>
          <pc:docMk/>
          <pc:sldMk cId="0" sldId="263"/>
        </pc:sldMkLst>
        <pc:spChg chg="mod">
          <ac:chgData name="Yongyang Huo" userId="42b23976-dd56-448e-8ddd-fbb90f74ee53" providerId="ADAL" clId="{59BA6955-5DF5-449D-B960-D57237E270F2}" dt="2024-11-04T16:32:39.500" v="321" actId="313"/>
          <ac:spMkLst>
            <pc:docMk/>
            <pc:sldMk cId="0" sldId="263"/>
            <ac:spMk id="9" creationId="{00000000-0000-0000-0000-000000000000}"/>
          </ac:spMkLst>
        </pc:spChg>
        <pc:spChg chg="del mod">
          <ac:chgData name="Yongyang Huo" userId="42b23976-dd56-448e-8ddd-fbb90f74ee53" providerId="ADAL" clId="{59BA6955-5DF5-449D-B960-D57237E270F2}" dt="2024-11-04T16:32:18.675" v="319"/>
          <ac:spMkLst>
            <pc:docMk/>
            <pc:sldMk cId="0" sldId="263"/>
            <ac:spMk id="10" creationId="{00000000-0000-0000-0000-000000000000}"/>
          </ac:spMkLst>
        </pc:spChg>
        <pc:spChg chg="mod">
          <ac:chgData name="Yongyang Huo" userId="42b23976-dd56-448e-8ddd-fbb90f74ee53" providerId="ADAL" clId="{59BA6955-5DF5-449D-B960-D57237E270F2}" dt="2024-11-04T16:32:35.255" v="320" actId="1076"/>
          <ac:spMkLst>
            <pc:docMk/>
            <pc:sldMk cId="0" sldId="263"/>
            <ac:spMk id="18" creationId="{952F6FE8-6DF0-384B-3A82-C00348386CA4}"/>
          </ac:spMkLst>
        </pc:spChg>
        <pc:spChg chg="mod">
          <ac:chgData name="Yongyang Huo" userId="42b23976-dd56-448e-8ddd-fbb90f74ee53" providerId="ADAL" clId="{59BA6955-5DF5-449D-B960-D57237E270F2}" dt="2024-11-04T16:32:35.255" v="320" actId="1076"/>
          <ac:spMkLst>
            <pc:docMk/>
            <pc:sldMk cId="0" sldId="263"/>
            <ac:spMk id="19" creationId="{05F91584-CFFE-387C-F1E4-D8FCCC18D157}"/>
          </ac:spMkLst>
        </pc:spChg>
      </pc:sldChg>
      <pc:sldChg chg="modSp mod">
        <pc:chgData name="Yongyang Huo" userId="42b23976-dd56-448e-8ddd-fbb90f74ee53" providerId="ADAL" clId="{59BA6955-5DF5-449D-B960-D57237E270F2}" dt="2024-10-25T11:32:14.543" v="287" actId="20577"/>
        <pc:sldMkLst>
          <pc:docMk/>
          <pc:sldMk cId="0" sldId="266"/>
        </pc:sldMkLst>
        <pc:spChg chg="mod">
          <ac:chgData name="Yongyang Huo" userId="42b23976-dd56-448e-8ddd-fbb90f74ee53" providerId="ADAL" clId="{59BA6955-5DF5-449D-B960-D57237E270F2}" dt="2024-10-25T11:28:55.573" v="276" actId="20577"/>
          <ac:spMkLst>
            <pc:docMk/>
            <pc:sldMk cId="0" sldId="266"/>
            <ac:spMk id="7" creationId="{00000000-0000-0000-0000-000000000000}"/>
          </ac:spMkLst>
        </pc:spChg>
        <pc:spChg chg="mod">
          <ac:chgData name="Yongyang Huo" userId="42b23976-dd56-448e-8ddd-fbb90f74ee53" providerId="ADAL" clId="{59BA6955-5DF5-449D-B960-D57237E270F2}" dt="2024-10-25T11:32:14.543" v="287" actId="20577"/>
          <ac:spMkLst>
            <pc:docMk/>
            <pc:sldMk cId="0" sldId="266"/>
            <ac:spMk id="8" creationId="{00000000-0000-0000-0000-000000000000}"/>
          </ac:spMkLst>
        </pc:spChg>
      </pc:sldChg>
      <pc:sldChg chg="addSp delSp modSp add del mod setBg">
        <pc:chgData name="Yongyang Huo" userId="42b23976-dd56-448e-8ddd-fbb90f74ee53" providerId="ADAL" clId="{59BA6955-5DF5-449D-B960-D57237E270F2}" dt="2024-10-25T11:07:23.126" v="220" actId="1076"/>
        <pc:sldMkLst>
          <pc:docMk/>
          <pc:sldMk cId="0" sldId="268"/>
        </pc:sldMkLst>
        <pc:spChg chg="del">
          <ac:chgData name="Yongyang Huo" userId="42b23976-dd56-448e-8ddd-fbb90f74ee53" providerId="ADAL" clId="{59BA6955-5DF5-449D-B960-D57237E270F2}" dt="2024-10-25T11:01:53.874" v="82" actId="478"/>
          <ac:spMkLst>
            <pc:docMk/>
            <pc:sldMk cId="0" sldId="268"/>
            <ac:spMk id="4" creationId="{00000000-0000-0000-0000-000000000000}"/>
          </ac:spMkLst>
        </pc:spChg>
        <pc:spChg chg="mod">
          <ac:chgData name="Yongyang Huo" userId="42b23976-dd56-448e-8ddd-fbb90f74ee53" providerId="ADAL" clId="{59BA6955-5DF5-449D-B960-D57237E270F2}" dt="2024-10-25T10:53:26.568" v="15" actId="1076"/>
          <ac:spMkLst>
            <pc:docMk/>
            <pc:sldMk cId="0" sldId="268"/>
            <ac:spMk id="5" creationId="{00000000-0000-0000-0000-000000000000}"/>
          </ac:spMkLst>
        </pc:spChg>
        <pc:spChg chg="del mod">
          <ac:chgData name="Yongyang Huo" userId="42b23976-dd56-448e-8ddd-fbb90f74ee53" providerId="ADAL" clId="{59BA6955-5DF5-449D-B960-D57237E270F2}" dt="2024-10-25T10:54:37.027" v="49" actId="478"/>
          <ac:spMkLst>
            <pc:docMk/>
            <pc:sldMk cId="0" sldId="268"/>
            <ac:spMk id="6" creationId="{00000000-0000-0000-0000-000000000000}"/>
          </ac:spMkLst>
        </pc:spChg>
        <pc:spChg chg="del">
          <ac:chgData name="Yongyang Huo" userId="42b23976-dd56-448e-8ddd-fbb90f74ee53" providerId="ADAL" clId="{59BA6955-5DF5-449D-B960-D57237E270F2}" dt="2024-10-25T10:54:50.067" v="61" actId="478"/>
          <ac:spMkLst>
            <pc:docMk/>
            <pc:sldMk cId="0" sldId="268"/>
            <ac:spMk id="8" creationId="{00000000-0000-0000-0000-000000000000}"/>
          </ac:spMkLst>
        </pc:spChg>
        <pc:spChg chg="add mod">
          <ac:chgData name="Yongyang Huo" userId="42b23976-dd56-448e-8ddd-fbb90f74ee53" providerId="ADAL" clId="{59BA6955-5DF5-449D-B960-D57237E270F2}" dt="2024-10-25T10:55:14.680" v="81" actId="6549"/>
          <ac:spMkLst>
            <pc:docMk/>
            <pc:sldMk cId="0" sldId="268"/>
            <ac:spMk id="10" creationId="{9B489E50-E766-6A92-EF7C-B161549E2473}"/>
          </ac:spMkLst>
        </pc:spChg>
        <pc:picChg chg="add del mod">
          <ac:chgData name="Yongyang Huo" userId="42b23976-dd56-448e-8ddd-fbb90f74ee53" providerId="ADAL" clId="{59BA6955-5DF5-449D-B960-D57237E270F2}" dt="2024-10-25T11:07:16.488" v="216" actId="478"/>
          <ac:picMkLst>
            <pc:docMk/>
            <pc:sldMk cId="0" sldId="268"/>
            <ac:picMk id="1026" creationId="{2157E925-AEC3-9239-19C0-D61C84A60FB2}"/>
          </ac:picMkLst>
        </pc:picChg>
        <pc:picChg chg="add mod">
          <ac:chgData name="Yongyang Huo" userId="42b23976-dd56-448e-8ddd-fbb90f74ee53" providerId="ADAL" clId="{59BA6955-5DF5-449D-B960-D57237E270F2}" dt="2024-10-25T11:07:23.126" v="220" actId="1076"/>
          <ac:picMkLst>
            <pc:docMk/>
            <pc:sldMk cId="0" sldId="268"/>
            <ac:picMk id="1028" creationId="{C2B0F3D7-67D5-9737-0CA7-076708374EAE}"/>
          </ac:picMkLst>
        </pc:picChg>
      </pc:sldChg>
      <pc:sldChg chg="addSp delSp modSp mod">
        <pc:chgData name="Yongyang Huo" userId="42b23976-dd56-448e-8ddd-fbb90f74ee53" providerId="ADAL" clId="{59BA6955-5DF5-449D-B960-D57237E270F2}" dt="2024-10-25T11:17:39.682" v="263" actId="1076"/>
        <pc:sldMkLst>
          <pc:docMk/>
          <pc:sldMk cId="0" sldId="269"/>
        </pc:sldMkLst>
        <pc:spChg chg="mod">
          <ac:chgData name="Yongyang Huo" userId="42b23976-dd56-448e-8ddd-fbb90f74ee53" providerId="ADAL" clId="{59BA6955-5DF5-449D-B960-D57237E270F2}" dt="2024-10-25T11:17:39.682" v="263" actId="1076"/>
          <ac:spMkLst>
            <pc:docMk/>
            <pc:sldMk cId="0" sldId="269"/>
            <ac:spMk id="5" creationId="{00000000-0000-0000-0000-000000000000}"/>
          </ac:spMkLst>
        </pc:spChg>
        <pc:spChg chg="del">
          <ac:chgData name="Yongyang Huo" userId="42b23976-dd56-448e-8ddd-fbb90f74ee53" providerId="ADAL" clId="{59BA6955-5DF5-449D-B960-D57237E270F2}" dt="2024-10-25T11:17:30.107" v="259" actId="478"/>
          <ac:spMkLst>
            <pc:docMk/>
            <pc:sldMk cId="0" sldId="269"/>
            <ac:spMk id="9" creationId="{00000000-0000-0000-0000-000000000000}"/>
          </ac:spMkLst>
        </pc:spChg>
        <pc:picChg chg="add mod">
          <ac:chgData name="Yongyang Huo" userId="42b23976-dd56-448e-8ddd-fbb90f74ee53" providerId="ADAL" clId="{59BA6955-5DF5-449D-B960-D57237E270F2}" dt="2024-10-25T11:17:36.161" v="262" actId="1076"/>
          <ac:picMkLst>
            <pc:docMk/>
            <pc:sldMk cId="0" sldId="269"/>
            <ac:picMk id="14" creationId="{C1CA14F1-DB9B-D0CF-96CA-01D0C31484CD}"/>
          </ac:picMkLst>
        </pc:picChg>
        <pc:picChg chg="del">
          <ac:chgData name="Yongyang Huo" userId="42b23976-dd56-448e-8ddd-fbb90f74ee53" providerId="ADAL" clId="{59BA6955-5DF5-449D-B960-D57237E270F2}" dt="2024-10-25T11:17:21.951" v="255" actId="478"/>
          <ac:picMkLst>
            <pc:docMk/>
            <pc:sldMk cId="0" sldId="269"/>
            <ac:picMk id="15" creationId="{57AE3D09-D5E3-12E9-3C3A-C3C2BE7ED12C}"/>
          </ac:picMkLst>
        </pc:picChg>
      </pc:sldChg>
      <pc:sldChg chg="modNotesTx">
        <pc:chgData name="Yongyang Huo" userId="42b23976-dd56-448e-8ddd-fbb90f74ee53" providerId="ADAL" clId="{59BA6955-5DF5-449D-B960-D57237E270F2}" dt="2024-10-25T11:25:47.512" v="266"/>
        <pc:sldMkLst>
          <pc:docMk/>
          <pc:sldMk cId="3280317757" sldId="276"/>
        </pc:sldMkLst>
      </pc:sldChg>
      <pc:sldChg chg="delSp modSp add mod">
        <pc:chgData name="Yongyang Huo" userId="42b23976-dd56-448e-8ddd-fbb90f74ee53" providerId="ADAL" clId="{59BA6955-5DF5-449D-B960-D57237E270F2}" dt="2024-11-04T16:32:52.929" v="322" actId="478"/>
        <pc:sldMkLst>
          <pc:docMk/>
          <pc:sldMk cId="0" sldId="281"/>
        </pc:sldMkLst>
        <pc:spChg chg="mod">
          <ac:chgData name="Yongyang Huo" userId="42b23976-dd56-448e-8ddd-fbb90f74ee53" providerId="ADAL" clId="{59BA6955-5DF5-449D-B960-D57237E270F2}" dt="2024-10-25T11:02:59.343" v="102" actId="20577"/>
          <ac:spMkLst>
            <pc:docMk/>
            <pc:sldMk cId="0" sldId="281"/>
            <ac:spMk id="8" creationId="{00000000-0000-0000-0000-000000000000}"/>
          </ac:spMkLst>
        </pc:spChg>
        <pc:spChg chg="del">
          <ac:chgData name="Yongyang Huo" userId="42b23976-dd56-448e-8ddd-fbb90f74ee53" providerId="ADAL" clId="{59BA6955-5DF5-449D-B960-D57237E270F2}" dt="2024-10-25T11:03:03.857" v="103" actId="478"/>
          <ac:spMkLst>
            <pc:docMk/>
            <pc:sldMk cId="0" sldId="281"/>
            <ac:spMk id="9" creationId="{00000000-0000-0000-0000-000000000000}"/>
          </ac:spMkLst>
        </pc:spChg>
        <pc:spChg chg="del">
          <ac:chgData name="Yongyang Huo" userId="42b23976-dd56-448e-8ddd-fbb90f74ee53" providerId="ADAL" clId="{59BA6955-5DF5-449D-B960-D57237E270F2}" dt="2024-11-04T16:32:52.929" v="322" actId="478"/>
          <ac:spMkLst>
            <pc:docMk/>
            <pc:sldMk cId="0" sldId="281"/>
            <ac:spMk id="10" creationId="{00000000-0000-0000-0000-000000000000}"/>
          </ac:spMkLst>
        </pc:spChg>
        <pc:spChg chg="mod">
          <ac:chgData name="Yongyang Huo" userId="42b23976-dd56-448e-8ddd-fbb90f74ee53" providerId="ADAL" clId="{59BA6955-5DF5-449D-B960-D57237E270F2}" dt="2024-10-25T11:04:31.840" v="153" actId="20577"/>
          <ac:spMkLst>
            <pc:docMk/>
            <pc:sldMk cId="0" sldId="281"/>
            <ac:spMk id="14" creationId="{00000000-0000-0000-0000-000000000000}"/>
          </ac:spMkLst>
        </pc:spChg>
        <pc:spChg chg="mod">
          <ac:chgData name="Yongyang Huo" userId="42b23976-dd56-448e-8ddd-fbb90f74ee53" providerId="ADAL" clId="{59BA6955-5DF5-449D-B960-D57237E270F2}" dt="2024-10-25T11:03:55.985" v="119" actId="14100"/>
          <ac:spMkLst>
            <pc:docMk/>
            <pc:sldMk cId="0" sldId="281"/>
            <ac:spMk id="15" creationId="{00000000-0000-0000-0000-000000000000}"/>
          </ac:spMkLst>
        </pc:spChg>
        <pc:spChg chg="mod">
          <ac:chgData name="Yongyang Huo" userId="42b23976-dd56-448e-8ddd-fbb90f74ee53" providerId="ADAL" clId="{59BA6955-5DF5-449D-B960-D57237E270F2}" dt="2024-10-25T11:04:35.761" v="156" actId="20577"/>
          <ac:spMkLst>
            <pc:docMk/>
            <pc:sldMk cId="0" sldId="281"/>
            <ac:spMk id="16" creationId="{00000000-0000-0000-0000-000000000000}"/>
          </ac:spMkLst>
        </pc:spChg>
        <pc:spChg chg="mod">
          <ac:chgData name="Yongyang Huo" userId="42b23976-dd56-448e-8ddd-fbb90f74ee53" providerId="ADAL" clId="{59BA6955-5DF5-449D-B960-D57237E270F2}" dt="2024-10-25T11:04:55.043" v="187" actId="20577"/>
          <ac:spMkLst>
            <pc:docMk/>
            <pc:sldMk cId="0" sldId="281"/>
            <ac:spMk id="17" creationId="{00000000-0000-0000-0000-000000000000}"/>
          </ac:spMkLst>
        </pc:spChg>
        <pc:spChg chg="mod">
          <ac:chgData name="Yongyang Huo" userId="42b23976-dd56-448e-8ddd-fbb90f74ee53" providerId="ADAL" clId="{59BA6955-5DF5-449D-B960-D57237E270F2}" dt="2024-10-25T11:05:28.753" v="215" actId="20577"/>
          <ac:spMkLst>
            <pc:docMk/>
            <pc:sldMk cId="0" sldId="281"/>
            <ac:spMk id="18" creationId="{00000000-0000-0000-0000-000000000000}"/>
          </ac:spMkLst>
        </pc:spChg>
        <pc:spChg chg="mod">
          <ac:chgData name="Yongyang Huo" userId="42b23976-dd56-448e-8ddd-fbb90f74ee53" providerId="ADAL" clId="{59BA6955-5DF5-449D-B960-D57237E270F2}" dt="2024-10-25T11:04:49.692" v="179" actId="20577"/>
          <ac:spMkLst>
            <pc:docMk/>
            <pc:sldMk cId="0" sldId="281"/>
            <ac:spMk id="19"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7397E28-380F-4FCD-BC50-8FBABE48B999}" type="datetimeFigureOut">
              <a:rPr lang="en-GB" smtClean="0"/>
              <a:t>04/11/2024</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B810F02-2A4B-4AB1-A205-8A40B5198625}" type="slidenum">
              <a:rPr lang="en-GB" smtClean="0"/>
              <a:t>‹#›</a:t>
            </a:fld>
            <a:endParaRPr lang="en-GB"/>
          </a:p>
        </p:txBody>
      </p:sp>
    </p:spTree>
    <p:extLst>
      <p:ext uri="{BB962C8B-B14F-4D97-AF65-F5344CB8AC3E}">
        <p14:creationId xmlns:p14="http://schemas.microsoft.com/office/powerpoint/2010/main" val="1166500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800" dirty="0">
                <a:effectLst/>
                <a:latin typeface="Aptos" panose="020B0004020202020204" pitchFamily="34" charset="0"/>
                <a:ea typeface="DengXian" panose="02010600030101010101" pitchFamily="2" charset="-122"/>
                <a:cs typeface="Times New Roman" panose="02020603050405020304" pitchFamily="18" charset="0"/>
              </a:rPr>
              <a:t>Reinforcement Learning (RL) is a branch of machine learning focused on making decisions to maximize cumulative rewards in a given situation. Unlike supervised learning, which relies on a training dataset with predefined answers, RL involves learning through experience. In RL, an agent learns to achieve a goal in an uncertain, potentially complex environment by performing actions and receiving feedback through rewards or penalties.</a:t>
            </a:r>
            <a:endParaRPr lang="en-GB" dirty="0"/>
          </a:p>
        </p:txBody>
      </p:sp>
      <p:sp>
        <p:nvSpPr>
          <p:cNvPr id="4" name="Slide Number Placeholder 3"/>
          <p:cNvSpPr>
            <a:spLocks noGrp="1"/>
          </p:cNvSpPr>
          <p:nvPr>
            <p:ph type="sldNum" sz="quarter" idx="5"/>
          </p:nvPr>
        </p:nvSpPr>
        <p:spPr/>
        <p:txBody>
          <a:bodyPr/>
          <a:lstStyle/>
          <a:p>
            <a:fld id="{1B810F02-2A4B-4AB1-A205-8A40B5198625}" type="slidenum">
              <a:rPr lang="en-GB" smtClean="0"/>
              <a:t>3</a:t>
            </a:fld>
            <a:endParaRPr lang="en-GB"/>
          </a:p>
        </p:txBody>
      </p:sp>
    </p:spTree>
    <p:extLst>
      <p:ext uri="{BB962C8B-B14F-4D97-AF65-F5344CB8AC3E}">
        <p14:creationId xmlns:p14="http://schemas.microsoft.com/office/powerpoint/2010/main" val="24848046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12121"/>
                </a:solidFill>
                <a:effectLst/>
                <a:highlight>
                  <a:srgbClr val="FFFFFF"/>
                </a:highlight>
                <a:latin typeface="Roboto" panose="02000000000000000000" pitchFamily="2" charset="0"/>
              </a:rPr>
              <a:t>One thing to keep in mind is that reinforcement learning is not sample efficient. That is, it requires a large number of interactions between the agent and the environment to collect data for training. As an example, AlphaGo, the first computer program to defeat a world champion at the game of Go, was trained non-stop for a period of a few days by playing millions of games, accumulating thousands of years of human knowledge.</a:t>
            </a:r>
            <a:endParaRPr lang="en-GB" dirty="0"/>
          </a:p>
        </p:txBody>
      </p:sp>
      <p:sp>
        <p:nvSpPr>
          <p:cNvPr id="4" name="Slide Number Placeholder 3"/>
          <p:cNvSpPr>
            <a:spLocks noGrp="1"/>
          </p:cNvSpPr>
          <p:nvPr>
            <p:ph type="sldNum" sz="quarter" idx="5"/>
          </p:nvPr>
        </p:nvSpPr>
        <p:spPr/>
        <p:txBody>
          <a:bodyPr/>
          <a:lstStyle/>
          <a:p>
            <a:fld id="{1B810F02-2A4B-4AB1-A205-8A40B5198625}" type="slidenum">
              <a:rPr lang="en-GB" smtClean="0"/>
              <a:t>4</a:t>
            </a:fld>
            <a:endParaRPr lang="en-GB"/>
          </a:p>
        </p:txBody>
      </p:sp>
    </p:spTree>
    <p:extLst>
      <p:ext uri="{BB962C8B-B14F-4D97-AF65-F5344CB8AC3E}">
        <p14:creationId xmlns:p14="http://schemas.microsoft.com/office/powerpoint/2010/main" val="36510918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DengXian" panose="02010600030101010101" pitchFamily="2" charset="-122"/>
                <a:cs typeface="Times New Roman" panose="02020603050405020304" pitchFamily="18" charset="0"/>
              </a:rPr>
              <a:t>Agent:</a:t>
            </a:r>
            <a:r>
              <a:rPr lang="en-GB" sz="1800" kern="100" dirty="0">
                <a:effectLst/>
                <a:latin typeface="Aptos" panose="020B0004020202020204" pitchFamily="34" charset="0"/>
                <a:ea typeface="DengXian" panose="02010600030101010101" pitchFamily="2" charset="-122"/>
                <a:cs typeface="Times New Roman" panose="02020603050405020304" pitchFamily="18" charset="0"/>
              </a:rPr>
              <a:t> The learner or decision-maker.</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DengXian" panose="02010600030101010101" pitchFamily="2" charset="-122"/>
                <a:cs typeface="Times New Roman" panose="02020603050405020304" pitchFamily="18" charset="0"/>
              </a:rPr>
              <a:t>Environment: </a:t>
            </a:r>
            <a:r>
              <a:rPr lang="en-GB" sz="1800" kern="100" dirty="0">
                <a:effectLst/>
                <a:latin typeface="Aptos" panose="020B0004020202020204" pitchFamily="34" charset="0"/>
                <a:ea typeface="DengXian" panose="02010600030101010101" pitchFamily="2" charset="-122"/>
                <a:cs typeface="Times New Roman" panose="02020603050405020304" pitchFamily="18" charset="0"/>
              </a:rPr>
              <a:t>Everything the agent interacts with.</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DengXian" panose="02010600030101010101" pitchFamily="2" charset="-122"/>
                <a:cs typeface="Times New Roman" panose="02020603050405020304" pitchFamily="18" charset="0"/>
              </a:rPr>
              <a:t>State:</a:t>
            </a:r>
            <a:r>
              <a:rPr lang="en-GB" sz="1800" kern="100" dirty="0">
                <a:effectLst/>
                <a:latin typeface="Aptos" panose="020B0004020202020204" pitchFamily="34" charset="0"/>
                <a:ea typeface="DengXian" panose="02010600030101010101" pitchFamily="2" charset="-122"/>
                <a:cs typeface="Times New Roman" panose="02020603050405020304" pitchFamily="18" charset="0"/>
              </a:rPr>
              <a:t> A specific situation in which the agent finds itself.</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DengXian" panose="02010600030101010101" pitchFamily="2" charset="-122"/>
                <a:cs typeface="Times New Roman" panose="02020603050405020304" pitchFamily="18" charset="0"/>
              </a:rPr>
              <a:t>Action: </a:t>
            </a:r>
            <a:r>
              <a:rPr lang="en-GB" sz="1800" kern="100" dirty="0">
                <a:effectLst/>
                <a:latin typeface="Aptos" panose="020B0004020202020204" pitchFamily="34" charset="0"/>
                <a:ea typeface="DengXian" panose="02010600030101010101" pitchFamily="2" charset="-122"/>
                <a:cs typeface="Times New Roman" panose="02020603050405020304" pitchFamily="18" charset="0"/>
              </a:rPr>
              <a:t>All possible moves the agent can make.</a:t>
            </a:r>
          </a:p>
          <a:p>
            <a:pPr marL="342900" lvl="0" indent="-342900">
              <a:lnSpc>
                <a:spcPct val="115000"/>
              </a:lnSpc>
              <a:spcAft>
                <a:spcPts val="800"/>
              </a:spcAft>
              <a:buSzPts val="1000"/>
              <a:buFont typeface="Symbol" panose="05050102010706020507" pitchFamily="18" charset="2"/>
              <a:buChar char=""/>
              <a:tabLst>
                <a:tab pos="457200" algn="l"/>
              </a:tabLst>
            </a:pPr>
            <a:r>
              <a:rPr lang="en-GB" sz="1800" b="1" kern="100" dirty="0">
                <a:effectLst/>
                <a:latin typeface="Aptos" panose="020B0004020202020204" pitchFamily="34" charset="0"/>
                <a:ea typeface="DengXian" panose="02010600030101010101" pitchFamily="2" charset="-122"/>
                <a:cs typeface="Times New Roman" panose="02020603050405020304" pitchFamily="18" charset="0"/>
              </a:rPr>
              <a:t>Reward: </a:t>
            </a:r>
            <a:r>
              <a:rPr lang="en-GB" sz="1800" kern="100" dirty="0">
                <a:effectLst/>
                <a:latin typeface="Aptos" panose="020B0004020202020204" pitchFamily="34" charset="0"/>
                <a:ea typeface="DengXian" panose="02010600030101010101" pitchFamily="2" charset="-122"/>
                <a:cs typeface="Times New Roman" panose="02020603050405020304" pitchFamily="18" charset="0"/>
              </a:rPr>
              <a:t>Feedback from the environment based on the action taken.</a:t>
            </a:r>
          </a:p>
          <a:p>
            <a:endParaRPr lang="en-GB" dirty="0"/>
          </a:p>
        </p:txBody>
      </p:sp>
      <p:sp>
        <p:nvSpPr>
          <p:cNvPr id="4" name="Slide Number Placeholder 3"/>
          <p:cNvSpPr>
            <a:spLocks noGrp="1"/>
          </p:cNvSpPr>
          <p:nvPr>
            <p:ph type="sldNum" sz="quarter" idx="5"/>
          </p:nvPr>
        </p:nvSpPr>
        <p:spPr/>
        <p:txBody>
          <a:bodyPr/>
          <a:lstStyle/>
          <a:p>
            <a:fld id="{1B810F02-2A4B-4AB1-A205-8A40B5198625}" type="slidenum">
              <a:rPr lang="en-GB" smtClean="0"/>
              <a:t>5</a:t>
            </a:fld>
            <a:endParaRPr lang="en-GB"/>
          </a:p>
        </p:txBody>
      </p:sp>
    </p:spTree>
    <p:extLst>
      <p:ext uri="{BB962C8B-B14F-4D97-AF65-F5344CB8AC3E}">
        <p14:creationId xmlns:p14="http://schemas.microsoft.com/office/powerpoint/2010/main" val="38226811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i="0" dirty="0">
                <a:solidFill>
                  <a:srgbClr val="273239"/>
                </a:solidFill>
                <a:effectLst/>
                <a:highlight>
                  <a:srgbClr val="FFFFFF"/>
                </a:highlight>
                <a:latin typeface="Nunito" pitchFamily="2" charset="0"/>
              </a:rPr>
              <a:t>The goal of the robot is to get the reward that is the diamond and avoid the hurdles that are fired. The robot learns by trying all the possible paths and then choosing the path which gives him the reward with the least hurdles. Each right step will give the robot a reward and each wrong step will subtract the reward of the robot. The total reward will be calculated when it reaches the final reward that is the diamond. </a:t>
            </a:r>
            <a:endParaRPr lang="en-GB" dirty="0"/>
          </a:p>
        </p:txBody>
      </p:sp>
      <p:sp>
        <p:nvSpPr>
          <p:cNvPr id="4" name="Slide Number Placeholder 3"/>
          <p:cNvSpPr>
            <a:spLocks noGrp="1"/>
          </p:cNvSpPr>
          <p:nvPr>
            <p:ph type="sldNum" sz="quarter" idx="5"/>
          </p:nvPr>
        </p:nvSpPr>
        <p:spPr/>
        <p:txBody>
          <a:bodyPr/>
          <a:lstStyle/>
          <a:p>
            <a:fld id="{1B810F02-2A4B-4AB1-A205-8A40B5198625}" type="slidenum">
              <a:rPr lang="en-GB" smtClean="0"/>
              <a:t>6</a:t>
            </a:fld>
            <a:endParaRPr lang="en-GB"/>
          </a:p>
        </p:txBody>
      </p:sp>
    </p:spTree>
    <p:extLst>
      <p:ext uri="{BB962C8B-B14F-4D97-AF65-F5344CB8AC3E}">
        <p14:creationId xmlns:p14="http://schemas.microsoft.com/office/powerpoint/2010/main" val="13391726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ts val="2519"/>
              </a:lnSpc>
              <a:spcBef>
                <a:spcPct val="0"/>
              </a:spcBef>
            </a:pPr>
            <a:r>
              <a:rPr lang="en-GB" sz="1200" dirty="0">
                <a:solidFill>
                  <a:srgbClr val="000000"/>
                </a:solidFill>
                <a:latin typeface="Arimo"/>
                <a:ea typeface="Arimo"/>
                <a:cs typeface="Arimo"/>
                <a:sym typeface="Arimo"/>
              </a:rPr>
              <a:t>It sets up an environment for reinforcement learning and comes with integrations for ~1000 games.</a:t>
            </a:r>
          </a:p>
          <a:p>
            <a:pPr marL="0" lvl="0" indent="0" algn="l">
              <a:lnSpc>
                <a:spcPts val="2519"/>
              </a:lnSpc>
              <a:spcBef>
                <a:spcPct val="0"/>
              </a:spcBef>
            </a:pPr>
            <a:r>
              <a:rPr lang="en-GB" sz="1200" dirty="0">
                <a:solidFill>
                  <a:srgbClr val="000000"/>
                </a:solidFill>
                <a:latin typeface="Arimo"/>
                <a:ea typeface="Arimo"/>
                <a:cs typeface="Arimo"/>
                <a:sym typeface="Arimo"/>
              </a:rPr>
              <a:t>It uses various emulators that support the </a:t>
            </a:r>
            <a:r>
              <a:rPr lang="en-GB" sz="1200" dirty="0" err="1">
                <a:solidFill>
                  <a:srgbClr val="000000"/>
                </a:solidFill>
                <a:latin typeface="Arimo"/>
                <a:ea typeface="Arimo"/>
                <a:cs typeface="Arimo"/>
                <a:sym typeface="Arimo"/>
              </a:rPr>
              <a:t>Libretro</a:t>
            </a:r>
            <a:r>
              <a:rPr lang="en-GB" sz="1200" dirty="0">
                <a:solidFill>
                  <a:srgbClr val="000000"/>
                </a:solidFill>
                <a:latin typeface="Arimo"/>
                <a:ea typeface="Arimo"/>
                <a:cs typeface="Arimo"/>
                <a:sym typeface="Arimo"/>
              </a:rPr>
              <a:t> API. </a:t>
            </a:r>
          </a:p>
          <a:p>
            <a:endParaRPr lang="en-GB" dirty="0"/>
          </a:p>
        </p:txBody>
      </p:sp>
      <p:sp>
        <p:nvSpPr>
          <p:cNvPr id="4" name="Slide Number Placeholder 3"/>
          <p:cNvSpPr>
            <a:spLocks noGrp="1"/>
          </p:cNvSpPr>
          <p:nvPr>
            <p:ph type="sldNum" sz="quarter" idx="5"/>
          </p:nvPr>
        </p:nvSpPr>
        <p:spPr/>
        <p:txBody>
          <a:bodyPr/>
          <a:lstStyle/>
          <a:p>
            <a:fld id="{1B810F02-2A4B-4AB1-A205-8A40B5198625}" type="slidenum">
              <a:rPr lang="en-GB" smtClean="0"/>
              <a:t>8</a:t>
            </a:fld>
            <a:endParaRPr lang="en-GB"/>
          </a:p>
        </p:txBody>
      </p:sp>
    </p:spTree>
    <p:extLst>
      <p:ext uri="{BB962C8B-B14F-4D97-AF65-F5344CB8AC3E}">
        <p14:creationId xmlns:p14="http://schemas.microsoft.com/office/powerpoint/2010/main" val="4048692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7.png"/><Relationship Id="rId13" Type="http://schemas.openxmlformats.org/officeDocument/2006/relationships/image" Target="../media/image12.svg"/><Relationship Id="rId3" Type="http://schemas.openxmlformats.org/officeDocument/2006/relationships/image" Target="../media/image2.svg"/><Relationship Id="rId7" Type="http://schemas.openxmlformats.org/officeDocument/2006/relationships/image" Target="../media/image6.svg"/><Relationship Id="rId12"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png"/><Relationship Id="rId11" Type="http://schemas.openxmlformats.org/officeDocument/2006/relationships/image" Target="../media/image10.svg"/><Relationship Id="rId5" Type="http://schemas.openxmlformats.org/officeDocument/2006/relationships/image" Target="../media/image4.sv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sv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13" Type="http://schemas.openxmlformats.org/officeDocument/2006/relationships/image" Target="../media/image12.svg"/><Relationship Id="rId3" Type="http://schemas.openxmlformats.org/officeDocument/2006/relationships/image" Target="../media/image8.svg"/><Relationship Id="rId7" Type="http://schemas.openxmlformats.org/officeDocument/2006/relationships/image" Target="../media/image16.svg"/><Relationship Id="rId12" Type="http://schemas.openxmlformats.org/officeDocument/2006/relationships/image" Target="../media/image11.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5.png"/><Relationship Id="rId11" Type="http://schemas.openxmlformats.org/officeDocument/2006/relationships/image" Target="../media/image10.svg"/><Relationship Id="rId5" Type="http://schemas.openxmlformats.org/officeDocument/2006/relationships/image" Target="../media/image14.svg"/><Relationship Id="rId10" Type="http://schemas.openxmlformats.org/officeDocument/2006/relationships/image" Target="../media/image9.png"/><Relationship Id="rId4" Type="http://schemas.openxmlformats.org/officeDocument/2006/relationships/image" Target="../media/image13.png"/><Relationship Id="rId9" Type="http://schemas.openxmlformats.org/officeDocument/2006/relationships/image" Target="../media/image6.svg"/></Relationships>
</file>

<file path=ppt/slides/_rels/slide3.xml.rels><?xml version="1.0" encoding="UTF-8" standalone="yes"?>
<Relationships xmlns="http://schemas.openxmlformats.org/package/2006/relationships"><Relationship Id="rId8" Type="http://schemas.openxmlformats.org/officeDocument/2006/relationships/image" Target="../media/image6.svg"/><Relationship Id="rId13" Type="http://schemas.openxmlformats.org/officeDocument/2006/relationships/image" Target="../media/image7.png"/><Relationship Id="rId3" Type="http://schemas.openxmlformats.org/officeDocument/2006/relationships/image" Target="../media/image11.pn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14.svg"/><Relationship Id="rId11" Type="http://schemas.openxmlformats.org/officeDocument/2006/relationships/image" Target="../media/image9.png"/><Relationship Id="rId5" Type="http://schemas.openxmlformats.org/officeDocument/2006/relationships/image" Target="../media/image13.png"/><Relationship Id="rId15" Type="http://schemas.openxmlformats.org/officeDocument/2006/relationships/image" Target="../media/image19.png"/><Relationship Id="rId10" Type="http://schemas.openxmlformats.org/officeDocument/2006/relationships/image" Target="../media/image18.svg"/><Relationship Id="rId4" Type="http://schemas.openxmlformats.org/officeDocument/2006/relationships/image" Target="../media/image12.svg"/><Relationship Id="rId9" Type="http://schemas.openxmlformats.org/officeDocument/2006/relationships/image" Target="../media/image17.png"/><Relationship Id="rId14"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image" Target="../media/image8.svg"/><Relationship Id="rId13" Type="http://schemas.openxmlformats.org/officeDocument/2006/relationships/image" Target="../media/image20.png"/><Relationship Id="rId3" Type="http://schemas.openxmlformats.org/officeDocument/2006/relationships/image" Target="../media/image11.png"/><Relationship Id="rId7" Type="http://schemas.openxmlformats.org/officeDocument/2006/relationships/image" Target="../media/image7.pn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13.png"/><Relationship Id="rId5" Type="http://schemas.openxmlformats.org/officeDocument/2006/relationships/image" Target="../media/image9.png"/><Relationship Id="rId10" Type="http://schemas.openxmlformats.org/officeDocument/2006/relationships/image" Target="../media/image6.svg"/><Relationship Id="rId4" Type="http://schemas.openxmlformats.org/officeDocument/2006/relationships/image" Target="../media/image12.svg"/><Relationship Id="rId9" Type="http://schemas.openxmlformats.org/officeDocument/2006/relationships/image" Target="../media/image5.png"/></Relationships>
</file>

<file path=ppt/slides/_rels/slide5.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23.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4.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13.png"/><Relationship Id="rId5" Type="http://schemas.openxmlformats.org/officeDocument/2006/relationships/image" Target="../media/image21.png"/><Relationship Id="rId10" Type="http://schemas.openxmlformats.org/officeDocument/2006/relationships/image" Target="../media/image8.svg"/><Relationship Id="rId4" Type="http://schemas.openxmlformats.org/officeDocument/2006/relationships/image" Target="../media/image10.svg"/><Relationship Id="rId9" Type="http://schemas.openxmlformats.org/officeDocument/2006/relationships/image" Target="../media/image7.png"/></Relationships>
</file>

<file path=ppt/slides/_rels/slide6.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2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14.sv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2.svg"/><Relationship Id="rId11" Type="http://schemas.openxmlformats.org/officeDocument/2006/relationships/image" Target="../media/image13.png"/><Relationship Id="rId5" Type="http://schemas.openxmlformats.org/officeDocument/2006/relationships/image" Target="../media/image21.png"/><Relationship Id="rId10" Type="http://schemas.openxmlformats.org/officeDocument/2006/relationships/image" Target="../media/image8.svg"/><Relationship Id="rId4" Type="http://schemas.openxmlformats.org/officeDocument/2006/relationships/image" Target="../media/image10.svg"/><Relationship Id="rId9"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10.svg"/><Relationship Id="rId7" Type="http://schemas.openxmlformats.org/officeDocument/2006/relationships/image" Target="../media/image12.sv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8.sv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8" Type="http://schemas.openxmlformats.org/officeDocument/2006/relationships/image" Target="../media/image16.sv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0.svg"/><Relationship Id="rId11" Type="http://schemas.openxmlformats.org/officeDocument/2006/relationships/image" Target="../media/image26.jpeg"/><Relationship Id="rId5" Type="http://schemas.openxmlformats.org/officeDocument/2006/relationships/image" Target="../media/image9.png"/><Relationship Id="rId10" Type="http://schemas.openxmlformats.org/officeDocument/2006/relationships/image" Target="../media/image8.svg"/><Relationship Id="rId4" Type="http://schemas.openxmlformats.org/officeDocument/2006/relationships/image" Target="../media/image12.svg"/><Relationship Id="rId9" Type="http://schemas.openxmlformats.org/officeDocument/2006/relationships/image" Target="../media/image7.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svg"/><Relationship Id="rId4" Type="http://schemas.openxmlformats.org/officeDocument/2006/relationships/image" Target="../media/image9.png"/><Relationship Id="rId9" Type="http://schemas.openxmlformats.org/officeDocument/2006/relationships/image" Target="../media/image28.png"/></Relationships>
</file>

<file path=ppt/slides/_rels/slide10.xml.rels><?xml version="1.0" encoding="UTF-8" standalone="yes"?>
<Relationships xmlns="http://schemas.openxmlformats.org/package/2006/relationships"><Relationship Id="rId8" Type="http://schemas.openxmlformats.org/officeDocument/2006/relationships/image" Target="../media/image29.png"/><Relationship Id="rId13" Type="http://schemas.openxmlformats.org/officeDocument/2006/relationships/image" Target="../media/image34.svg"/><Relationship Id="rId3" Type="http://schemas.openxmlformats.org/officeDocument/2006/relationships/image" Target="../media/image12.svg"/><Relationship Id="rId7" Type="http://schemas.openxmlformats.org/officeDocument/2006/relationships/image" Target="../media/image8.svg"/><Relationship Id="rId12" Type="http://schemas.openxmlformats.org/officeDocument/2006/relationships/image" Target="../media/image33.png"/><Relationship Id="rId17" Type="http://schemas.openxmlformats.org/officeDocument/2006/relationships/image" Target="../media/image14.svg"/><Relationship Id="rId2" Type="http://schemas.openxmlformats.org/officeDocument/2006/relationships/image" Target="../media/image11.png"/><Relationship Id="rId16" Type="http://schemas.openxmlformats.org/officeDocument/2006/relationships/image" Target="../media/image13.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32.svg"/><Relationship Id="rId5" Type="http://schemas.openxmlformats.org/officeDocument/2006/relationships/image" Target="../media/image10.svg"/><Relationship Id="rId15" Type="http://schemas.openxmlformats.org/officeDocument/2006/relationships/image" Target="../media/image36.svg"/><Relationship Id="rId10" Type="http://schemas.openxmlformats.org/officeDocument/2006/relationships/image" Target="../media/image31.png"/><Relationship Id="rId4" Type="http://schemas.openxmlformats.org/officeDocument/2006/relationships/image" Target="../media/image9.png"/><Relationship Id="rId9" Type="http://schemas.openxmlformats.org/officeDocument/2006/relationships/image" Target="../media/image30.svg"/><Relationship Id="rId14" Type="http://schemas.openxmlformats.org/officeDocument/2006/relationships/image" Target="../media/image35.png"/></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svg"/><Relationship Id="rId7" Type="http://schemas.openxmlformats.org/officeDocument/2006/relationships/image" Target="../media/image6.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0.svg"/><Relationship Id="rId10" Type="http://schemas.openxmlformats.org/officeDocument/2006/relationships/image" Target="../media/image37.png"/><Relationship Id="rId4" Type="http://schemas.openxmlformats.org/officeDocument/2006/relationships/image" Target="../media/image9.png"/><Relationship Id="rId9" Type="http://schemas.openxmlformats.org/officeDocument/2006/relationships/image" Target="../media/image8.svg"/></Relationships>
</file>

<file path=ppt/slides/_rels/slide1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12.svg"/><Relationship Id="rId7" Type="http://schemas.openxmlformats.org/officeDocument/2006/relationships/image" Target="../media/image39.svg"/><Relationship Id="rId12" Type="http://schemas.openxmlformats.org/officeDocument/2006/relationships/image" Target="../media/image40.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38.png"/><Relationship Id="rId11" Type="http://schemas.openxmlformats.org/officeDocument/2006/relationships/image" Target="../media/image14.svg"/><Relationship Id="rId5" Type="http://schemas.openxmlformats.org/officeDocument/2006/relationships/image" Target="../media/image10.svg"/><Relationship Id="rId10" Type="http://schemas.openxmlformats.org/officeDocument/2006/relationships/image" Target="../media/image13.png"/><Relationship Id="rId4" Type="http://schemas.openxmlformats.org/officeDocument/2006/relationships/image" Target="../media/image9.png"/><Relationship Id="rId9" Type="http://schemas.openxmlformats.org/officeDocument/2006/relationships/image" Target="../media/image8.svg"/></Relationships>
</file>

<file path=ppt/slides/_rels/slide13.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2.svg"/><Relationship Id="rId7" Type="http://schemas.openxmlformats.org/officeDocument/2006/relationships/image" Target="../media/image5.png"/><Relationship Id="rId12" Type="http://schemas.openxmlformats.org/officeDocument/2006/relationships/image" Target="../media/image10.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43.svg"/><Relationship Id="rId11" Type="http://schemas.openxmlformats.org/officeDocument/2006/relationships/image" Target="../media/image9.png"/><Relationship Id="rId5" Type="http://schemas.openxmlformats.org/officeDocument/2006/relationships/image" Target="../media/image42.png"/><Relationship Id="rId10" Type="http://schemas.openxmlformats.org/officeDocument/2006/relationships/image" Target="../media/image8.svg"/><Relationship Id="rId4" Type="http://schemas.openxmlformats.org/officeDocument/2006/relationships/image" Target="../media/image41.jpeg"/><Relationship Id="rId9" Type="http://schemas.openxmlformats.org/officeDocument/2006/relationships/image" Target="../media/image7.png"/></Relationships>
</file>

<file path=ppt/slides/_rels/slide14.xml.rels><?xml version="1.0" encoding="UTF-8" standalone="yes"?>
<Relationships xmlns="http://schemas.openxmlformats.org/package/2006/relationships"><Relationship Id="rId8" Type="http://schemas.openxmlformats.org/officeDocument/2006/relationships/image" Target="../media/image44.jpeg"/><Relationship Id="rId3" Type="http://schemas.openxmlformats.org/officeDocument/2006/relationships/image" Target="../media/image12.svg"/><Relationship Id="rId7" Type="http://schemas.openxmlformats.org/officeDocument/2006/relationships/image" Target="../media/image8.sv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2.svg"/><Relationship Id="rId5" Type="http://schemas.openxmlformats.org/officeDocument/2006/relationships/image" Target="../media/image10.svg"/><Relationship Id="rId10" Type="http://schemas.openxmlformats.org/officeDocument/2006/relationships/image" Target="../media/image1.png"/><Relationship Id="rId4" Type="http://schemas.openxmlformats.org/officeDocument/2006/relationships/image" Target="../media/image9.png"/><Relationship Id="rId9" Type="http://schemas.openxmlformats.org/officeDocument/2006/relationships/image" Target="../media/image45.jpeg"/></Relationships>
</file>

<file path=ppt/slides/_rels/slide15.xml.rels><?xml version="1.0" encoding="UTF-8" standalone="yes"?>
<Relationships xmlns="http://schemas.openxmlformats.org/package/2006/relationships"><Relationship Id="rId8" Type="http://schemas.openxmlformats.org/officeDocument/2006/relationships/image" Target="../media/image46.png"/><Relationship Id="rId13" Type="http://schemas.openxmlformats.org/officeDocument/2006/relationships/image" Target="../media/image5.png"/><Relationship Id="rId3" Type="http://schemas.openxmlformats.org/officeDocument/2006/relationships/image" Target="../media/image10.svg"/><Relationship Id="rId7" Type="http://schemas.openxmlformats.org/officeDocument/2006/relationships/image" Target="../media/image8.svg"/><Relationship Id="rId12" Type="http://schemas.openxmlformats.org/officeDocument/2006/relationships/hyperlink" Target="https://ieee-cog.org/2022/assets/papers/paper_111.pdf" TargetMode="External"/><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7.png"/><Relationship Id="rId11" Type="http://schemas.openxmlformats.org/officeDocument/2006/relationships/image" Target="../media/image49.svg"/><Relationship Id="rId5" Type="http://schemas.openxmlformats.org/officeDocument/2006/relationships/image" Target="../media/image12.svg"/><Relationship Id="rId10" Type="http://schemas.openxmlformats.org/officeDocument/2006/relationships/image" Target="../media/image48.png"/><Relationship Id="rId4" Type="http://schemas.openxmlformats.org/officeDocument/2006/relationships/image" Target="../media/image11.png"/><Relationship Id="rId9" Type="http://schemas.openxmlformats.org/officeDocument/2006/relationships/image" Target="../media/image47.svg"/><Relationship Id="rId14" Type="http://schemas.openxmlformats.org/officeDocument/2006/relationships/image" Target="../media/image6.svg"/></Relationships>
</file>

<file path=ppt/slides/_rels/slide16.xml.rels><?xml version="1.0" encoding="UTF-8" standalone="yes"?>
<Relationships xmlns="http://schemas.openxmlformats.org/package/2006/relationships"><Relationship Id="rId8" Type="http://schemas.openxmlformats.org/officeDocument/2006/relationships/image" Target="../media/image50.png"/><Relationship Id="rId13" Type="http://schemas.openxmlformats.org/officeDocument/2006/relationships/image" Target="../media/image53.svg"/><Relationship Id="rId3" Type="http://schemas.openxmlformats.org/officeDocument/2006/relationships/image" Target="../media/image10.svg"/><Relationship Id="rId7" Type="http://schemas.openxmlformats.org/officeDocument/2006/relationships/image" Target="../media/image12.svg"/><Relationship Id="rId12" Type="http://schemas.openxmlformats.org/officeDocument/2006/relationships/image" Target="../media/image52.png"/><Relationship Id="rId2" Type="http://schemas.openxmlformats.org/officeDocument/2006/relationships/image" Target="../media/image9.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6.svg"/><Relationship Id="rId5" Type="http://schemas.openxmlformats.org/officeDocument/2006/relationships/image" Target="../media/image8.svg"/><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image" Target="../media/image51.sv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013460" y="7111844"/>
            <a:ext cx="2627300" cy="1122574"/>
          </a:xfrm>
          <a:custGeom>
            <a:avLst/>
            <a:gdLst/>
            <a:ahLst/>
            <a:cxnLst/>
            <a:rect l="l" t="t" r="r" b="b"/>
            <a:pathLst>
              <a:path w="2627300" h="1122574">
                <a:moveTo>
                  <a:pt x="0" y="0"/>
                </a:moveTo>
                <a:lnTo>
                  <a:pt x="2627300" y="0"/>
                </a:lnTo>
                <a:lnTo>
                  <a:pt x="2627300" y="1122573"/>
                </a:lnTo>
                <a:lnTo>
                  <a:pt x="0" y="112257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1809477" y="3808890"/>
            <a:ext cx="6042692" cy="5449410"/>
          </a:xfrm>
          <a:custGeom>
            <a:avLst/>
            <a:gdLst/>
            <a:ahLst/>
            <a:cxnLst/>
            <a:rect l="l" t="t" r="r" b="b"/>
            <a:pathLst>
              <a:path w="6042692" h="5449410">
                <a:moveTo>
                  <a:pt x="0" y="0"/>
                </a:moveTo>
                <a:lnTo>
                  <a:pt x="6042692" y="0"/>
                </a:lnTo>
                <a:lnTo>
                  <a:pt x="6042692" y="5449410"/>
                </a:lnTo>
                <a:lnTo>
                  <a:pt x="0" y="544941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a:off x="12663376" y="892165"/>
            <a:ext cx="7547366" cy="1838813"/>
          </a:xfrm>
          <a:custGeom>
            <a:avLst/>
            <a:gdLst/>
            <a:ahLst/>
            <a:cxnLst/>
            <a:rect l="l" t="t" r="r" b="b"/>
            <a:pathLst>
              <a:path w="7547366" h="1838813">
                <a:moveTo>
                  <a:pt x="0" y="0"/>
                </a:moveTo>
                <a:lnTo>
                  <a:pt x="7547366" y="0"/>
                </a:lnTo>
                <a:lnTo>
                  <a:pt x="7547366" y="1838812"/>
                </a:lnTo>
                <a:lnTo>
                  <a:pt x="0" y="18388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5" name="Freeform 5"/>
          <p:cNvSpPr/>
          <p:nvPr/>
        </p:nvSpPr>
        <p:spPr>
          <a:xfrm>
            <a:off x="4750253" y="6736513"/>
            <a:ext cx="6794193" cy="1655313"/>
          </a:xfrm>
          <a:custGeom>
            <a:avLst/>
            <a:gdLst/>
            <a:ahLst/>
            <a:cxnLst/>
            <a:rect l="l" t="t" r="r" b="b"/>
            <a:pathLst>
              <a:path w="6794193" h="1655313">
                <a:moveTo>
                  <a:pt x="0" y="0"/>
                </a:moveTo>
                <a:lnTo>
                  <a:pt x="6794194" y="0"/>
                </a:lnTo>
                <a:lnTo>
                  <a:pt x="6794194" y="1655312"/>
                </a:lnTo>
                <a:lnTo>
                  <a:pt x="0" y="165531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6" name="Freeform 6"/>
          <p:cNvSpPr/>
          <p:nvPr/>
        </p:nvSpPr>
        <p:spPr>
          <a:xfrm>
            <a:off x="2795462" y="7564170"/>
            <a:ext cx="580267" cy="988072"/>
          </a:xfrm>
          <a:custGeom>
            <a:avLst/>
            <a:gdLst/>
            <a:ahLst/>
            <a:cxnLst/>
            <a:rect l="l" t="t" r="r" b="b"/>
            <a:pathLst>
              <a:path w="580267" h="988072">
                <a:moveTo>
                  <a:pt x="0" y="0"/>
                </a:moveTo>
                <a:lnTo>
                  <a:pt x="580268" y="0"/>
                </a:lnTo>
                <a:lnTo>
                  <a:pt x="580268" y="988072"/>
                </a:lnTo>
                <a:lnTo>
                  <a:pt x="0" y="9880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7" name="Freeform 7"/>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8" name="Freeform 8"/>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9" name="TextBox 9"/>
          <p:cNvSpPr txBox="1"/>
          <p:nvPr/>
        </p:nvSpPr>
        <p:spPr>
          <a:xfrm>
            <a:off x="1028700" y="1221331"/>
            <a:ext cx="12682715" cy="5145639"/>
          </a:xfrm>
          <a:prstGeom prst="rect">
            <a:avLst/>
          </a:prstGeom>
        </p:spPr>
        <p:txBody>
          <a:bodyPr lIns="0" tIns="0" rIns="0" bIns="0" rtlCol="0" anchor="t">
            <a:spAutoFit/>
          </a:bodyPr>
          <a:lstStyle/>
          <a:p>
            <a:pPr algn="l">
              <a:lnSpc>
                <a:spcPts val="10669"/>
              </a:lnSpc>
            </a:pPr>
            <a:r>
              <a:rPr lang="en-US" sz="8890" dirty="0">
                <a:solidFill>
                  <a:srgbClr val="000000"/>
                </a:solidFill>
                <a:latin typeface="Press Start 2P"/>
                <a:ea typeface="Press Start 2P"/>
                <a:cs typeface="Press Start 2P"/>
                <a:sym typeface="Press Start 2P"/>
              </a:rPr>
              <a:t>AI </a:t>
            </a:r>
            <a:r>
              <a:rPr lang="en-US" sz="8890" dirty="0" err="1">
                <a:solidFill>
                  <a:srgbClr val="000000"/>
                </a:solidFill>
                <a:latin typeface="Press Start 2P"/>
                <a:ea typeface="Press Start 2P"/>
                <a:cs typeface="Press Start 2P"/>
                <a:sym typeface="Press Start 2P"/>
              </a:rPr>
              <a:t>Gamebot</a:t>
            </a:r>
            <a:endParaRPr lang="en-US" sz="8890" dirty="0">
              <a:solidFill>
                <a:srgbClr val="000000"/>
              </a:solidFill>
              <a:latin typeface="Press Start 2P"/>
              <a:ea typeface="Press Start 2P"/>
              <a:cs typeface="Press Start 2P"/>
              <a:sym typeface="Press Start 2P"/>
            </a:endParaRPr>
          </a:p>
          <a:p>
            <a:pPr algn="l">
              <a:lnSpc>
                <a:spcPts val="10669"/>
              </a:lnSpc>
            </a:pPr>
            <a:endParaRPr lang="en-US" sz="8890" dirty="0">
              <a:solidFill>
                <a:srgbClr val="000000"/>
              </a:solidFill>
              <a:latin typeface="Press Start 2P"/>
              <a:ea typeface="Press Start 2P"/>
              <a:cs typeface="Press Start 2P"/>
              <a:sym typeface="Press Start 2P"/>
            </a:endParaRPr>
          </a:p>
          <a:p>
            <a:pPr algn="l">
              <a:lnSpc>
                <a:spcPts val="10669"/>
              </a:lnSpc>
            </a:pPr>
            <a:r>
              <a:rPr lang="en-GB" sz="6000" dirty="0">
                <a:solidFill>
                  <a:srgbClr val="000000"/>
                </a:solidFill>
                <a:latin typeface="Press Start 2P"/>
                <a:ea typeface="Press Start 2P"/>
                <a:cs typeface="Press Start 2P"/>
                <a:sym typeface="Press Start 2P"/>
              </a:rPr>
              <a:t>Reinforcement Learning Model</a:t>
            </a:r>
            <a:endParaRPr lang="en-US" sz="8890" dirty="0">
              <a:solidFill>
                <a:srgbClr val="000000"/>
              </a:solidFill>
              <a:latin typeface="Press Start 2P"/>
              <a:ea typeface="Press Start 2P"/>
              <a:cs typeface="Press Start 2P"/>
              <a:sym typeface="Press Start 2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0054772" y="2531959"/>
            <a:ext cx="580267" cy="988072"/>
          </a:xfrm>
          <a:custGeom>
            <a:avLst/>
            <a:gdLst/>
            <a:ahLst/>
            <a:cxnLst/>
            <a:rect l="l" t="t" r="r" b="b"/>
            <a:pathLst>
              <a:path w="580267" h="988072">
                <a:moveTo>
                  <a:pt x="0" y="0"/>
                </a:moveTo>
                <a:lnTo>
                  <a:pt x="580267" y="0"/>
                </a:lnTo>
                <a:lnTo>
                  <a:pt x="580267" y="988072"/>
                </a:lnTo>
                <a:lnTo>
                  <a:pt x="0" y="9880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grpSp>
        <p:nvGrpSpPr>
          <p:cNvPr id="3" name="Group 3"/>
          <p:cNvGrpSpPr/>
          <p:nvPr/>
        </p:nvGrpSpPr>
        <p:grpSpPr>
          <a:xfrm>
            <a:off x="15654565" y="8149183"/>
            <a:ext cx="2116743" cy="805852"/>
            <a:chOff x="0" y="0"/>
            <a:chExt cx="2822324" cy="1074469"/>
          </a:xfrm>
        </p:grpSpPr>
        <p:sp>
          <p:nvSpPr>
            <p:cNvPr id="4" name="Freeform 4"/>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5" name="Freeform 5"/>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grpSp>
      <p:sp>
        <p:nvSpPr>
          <p:cNvPr id="6" name="Freeform 6"/>
          <p:cNvSpPr/>
          <p:nvPr/>
        </p:nvSpPr>
        <p:spPr>
          <a:xfrm>
            <a:off x="1177631" y="2850403"/>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7" name="Freeform 7"/>
          <p:cNvSpPr/>
          <p:nvPr/>
        </p:nvSpPr>
        <p:spPr>
          <a:xfrm>
            <a:off x="1177631" y="3929301"/>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8" name="TextBox 8"/>
          <p:cNvSpPr txBox="1"/>
          <p:nvPr/>
        </p:nvSpPr>
        <p:spPr>
          <a:xfrm>
            <a:off x="2401811" y="2962505"/>
            <a:ext cx="6742189" cy="485775"/>
          </a:xfrm>
          <a:prstGeom prst="rect">
            <a:avLst/>
          </a:prstGeom>
        </p:spPr>
        <p:txBody>
          <a:bodyPr lIns="0" tIns="0" rIns="0" bIns="0" rtlCol="0" anchor="t">
            <a:spAutoFit/>
          </a:bodyPr>
          <a:lstStyle/>
          <a:p>
            <a:pPr marL="0" lvl="0" indent="0" algn="l">
              <a:lnSpc>
                <a:spcPts val="3840"/>
              </a:lnSpc>
              <a:spcBef>
                <a:spcPct val="0"/>
              </a:spcBef>
            </a:pPr>
            <a:r>
              <a:rPr lang="en-US" sz="3200">
                <a:solidFill>
                  <a:srgbClr val="000000"/>
                </a:solidFill>
                <a:latin typeface="Press Start 2P"/>
                <a:ea typeface="Press Start 2P"/>
                <a:cs typeface="Press Start 2P"/>
                <a:sym typeface="Press Start 2P"/>
              </a:rPr>
              <a:t>Introduction</a:t>
            </a:r>
          </a:p>
        </p:txBody>
      </p:sp>
      <p:sp>
        <p:nvSpPr>
          <p:cNvPr id="9" name="TextBox 9"/>
          <p:cNvSpPr txBox="1"/>
          <p:nvPr/>
        </p:nvSpPr>
        <p:spPr>
          <a:xfrm>
            <a:off x="2401811" y="3929301"/>
            <a:ext cx="11296077" cy="971550"/>
          </a:xfrm>
          <a:prstGeom prst="rect">
            <a:avLst/>
          </a:prstGeom>
        </p:spPr>
        <p:txBody>
          <a:bodyPr lIns="0" tIns="0" rIns="0" bIns="0" rtlCol="0" anchor="t">
            <a:spAutoFit/>
          </a:bodyPr>
          <a:lstStyle/>
          <a:p>
            <a:pPr algn="l">
              <a:lnSpc>
                <a:spcPts val="3840"/>
              </a:lnSpc>
            </a:pPr>
            <a:r>
              <a:rPr lang="en-US" sz="3200" dirty="0">
                <a:solidFill>
                  <a:srgbClr val="000000"/>
                </a:solidFill>
                <a:latin typeface="Press Start 2P"/>
                <a:ea typeface="Press Start 2P"/>
                <a:cs typeface="Press Start 2P"/>
                <a:sym typeface="Press Start 2P"/>
              </a:rPr>
              <a:t>Reinforcement Learning</a:t>
            </a:r>
          </a:p>
          <a:p>
            <a:pPr marL="0" lvl="0" indent="0" algn="l">
              <a:lnSpc>
                <a:spcPts val="3840"/>
              </a:lnSpc>
              <a:spcBef>
                <a:spcPct val="0"/>
              </a:spcBef>
            </a:pPr>
            <a:endParaRPr lang="en-US" sz="3200" dirty="0">
              <a:solidFill>
                <a:srgbClr val="000000"/>
              </a:solidFill>
              <a:latin typeface="Press Start 2P"/>
              <a:ea typeface="Press Start 2P"/>
              <a:cs typeface="Press Start 2P"/>
              <a:sym typeface="Press Start 2P"/>
            </a:endParaRPr>
          </a:p>
        </p:txBody>
      </p:sp>
      <p:sp>
        <p:nvSpPr>
          <p:cNvPr id="11" name="TextBox 11"/>
          <p:cNvSpPr txBox="1"/>
          <p:nvPr/>
        </p:nvSpPr>
        <p:spPr>
          <a:xfrm>
            <a:off x="1028700" y="1022684"/>
            <a:ext cx="15528383" cy="1096495"/>
          </a:xfrm>
          <a:prstGeom prst="rect">
            <a:avLst/>
          </a:prstGeom>
        </p:spPr>
        <p:txBody>
          <a:bodyPr lIns="0" tIns="0" rIns="0" bIns="0" rtlCol="0" anchor="t">
            <a:spAutoFit/>
          </a:bodyPr>
          <a:lstStyle/>
          <a:p>
            <a:pPr marL="0" lvl="0" indent="0" algn="l">
              <a:lnSpc>
                <a:spcPts val="8629"/>
              </a:lnSpc>
              <a:spcBef>
                <a:spcPct val="0"/>
              </a:spcBef>
            </a:pPr>
            <a:r>
              <a:rPr lang="en-US" sz="7191" u="none" strike="noStrike">
                <a:solidFill>
                  <a:srgbClr val="000000"/>
                </a:solidFill>
                <a:latin typeface="Press Start 2P"/>
                <a:ea typeface="Press Start 2P"/>
                <a:cs typeface="Press Start 2P"/>
                <a:sym typeface="Press Start 2P"/>
              </a:rPr>
              <a:t>TABLE OF CONTENTS</a:t>
            </a:r>
          </a:p>
        </p:txBody>
      </p:sp>
      <p:sp>
        <p:nvSpPr>
          <p:cNvPr id="12" name="Freeform 12"/>
          <p:cNvSpPr/>
          <p:nvPr/>
        </p:nvSpPr>
        <p:spPr>
          <a:xfrm>
            <a:off x="1177631" y="5008200"/>
            <a:ext cx="916639" cy="709979"/>
          </a:xfrm>
          <a:custGeom>
            <a:avLst/>
            <a:gdLst/>
            <a:ahLst/>
            <a:cxnLst/>
            <a:rect l="l" t="t" r="r" b="b"/>
            <a:pathLst>
              <a:path w="916639" h="709979">
                <a:moveTo>
                  <a:pt x="0" y="0"/>
                </a:moveTo>
                <a:lnTo>
                  <a:pt x="916639" y="0"/>
                </a:lnTo>
                <a:lnTo>
                  <a:pt x="916639" y="709978"/>
                </a:lnTo>
                <a:lnTo>
                  <a:pt x="0" y="7099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3" name="Freeform 13"/>
          <p:cNvSpPr/>
          <p:nvPr/>
        </p:nvSpPr>
        <p:spPr>
          <a:xfrm>
            <a:off x="1177631" y="6087098"/>
            <a:ext cx="916639" cy="709979"/>
          </a:xfrm>
          <a:custGeom>
            <a:avLst/>
            <a:gdLst/>
            <a:ahLst/>
            <a:cxnLst/>
            <a:rect l="l" t="t" r="r" b="b"/>
            <a:pathLst>
              <a:path w="916639" h="709979">
                <a:moveTo>
                  <a:pt x="0" y="0"/>
                </a:moveTo>
                <a:lnTo>
                  <a:pt x="916639" y="0"/>
                </a:lnTo>
                <a:lnTo>
                  <a:pt x="916639" y="709978"/>
                </a:lnTo>
                <a:lnTo>
                  <a:pt x="0" y="709978"/>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4" name="Freeform 14"/>
          <p:cNvSpPr/>
          <p:nvPr/>
        </p:nvSpPr>
        <p:spPr>
          <a:xfrm>
            <a:off x="1177631" y="7165996"/>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5" name="TextBox 15"/>
          <p:cNvSpPr txBox="1"/>
          <p:nvPr/>
        </p:nvSpPr>
        <p:spPr>
          <a:xfrm>
            <a:off x="2401811" y="6216529"/>
            <a:ext cx="15886189" cy="971550"/>
          </a:xfrm>
          <a:prstGeom prst="rect">
            <a:avLst/>
          </a:prstGeom>
        </p:spPr>
        <p:txBody>
          <a:bodyPr lIns="0" tIns="0" rIns="0" bIns="0" rtlCol="0" anchor="t">
            <a:spAutoFit/>
          </a:bodyPr>
          <a:lstStyle/>
          <a:p>
            <a:pPr marL="0" lvl="0" indent="0" algn="l">
              <a:lnSpc>
                <a:spcPts val="3840"/>
              </a:lnSpc>
              <a:spcBef>
                <a:spcPct val="0"/>
              </a:spcBef>
            </a:pPr>
            <a:r>
              <a:rPr lang="en-US" sz="3200" dirty="0">
                <a:solidFill>
                  <a:srgbClr val="000000"/>
                </a:solidFill>
                <a:latin typeface="Press Start 2P"/>
                <a:ea typeface="Press Start 2P"/>
                <a:cs typeface="Press Start 2P"/>
                <a:sym typeface="Press Start 2P"/>
              </a:rPr>
              <a:t>Environment Setup</a:t>
            </a:r>
          </a:p>
          <a:p>
            <a:pPr marL="0" lvl="0" indent="0" algn="l">
              <a:lnSpc>
                <a:spcPts val="3840"/>
              </a:lnSpc>
              <a:spcBef>
                <a:spcPct val="0"/>
              </a:spcBef>
            </a:pPr>
            <a:endParaRPr lang="en-US" sz="3200" dirty="0">
              <a:solidFill>
                <a:srgbClr val="000000"/>
              </a:solidFill>
              <a:latin typeface="Press Start 2P"/>
              <a:ea typeface="Press Start 2P"/>
              <a:cs typeface="Press Start 2P"/>
              <a:sym typeface="Press Start 2P"/>
            </a:endParaRPr>
          </a:p>
        </p:txBody>
      </p:sp>
      <p:sp>
        <p:nvSpPr>
          <p:cNvPr id="16" name="TextBox 16"/>
          <p:cNvSpPr txBox="1"/>
          <p:nvPr/>
        </p:nvSpPr>
        <p:spPr>
          <a:xfrm>
            <a:off x="2401811" y="7360143"/>
            <a:ext cx="13252754" cy="485775"/>
          </a:xfrm>
          <a:prstGeom prst="rect">
            <a:avLst/>
          </a:prstGeom>
        </p:spPr>
        <p:txBody>
          <a:bodyPr lIns="0" tIns="0" rIns="0" bIns="0" rtlCol="0" anchor="t">
            <a:spAutoFit/>
          </a:bodyPr>
          <a:lstStyle/>
          <a:p>
            <a:pPr marL="0" lvl="0" indent="0" algn="l">
              <a:lnSpc>
                <a:spcPts val="3840"/>
              </a:lnSpc>
              <a:spcBef>
                <a:spcPct val="0"/>
              </a:spcBef>
            </a:pPr>
            <a:r>
              <a:rPr lang="en-US" sz="3200" dirty="0">
                <a:solidFill>
                  <a:srgbClr val="000000"/>
                </a:solidFill>
                <a:latin typeface="Press Start 2P"/>
                <a:ea typeface="Press Start 2P"/>
                <a:cs typeface="Press Start 2P"/>
                <a:sym typeface="Press Start 2P"/>
              </a:rPr>
              <a:t>Model Training</a:t>
            </a:r>
          </a:p>
        </p:txBody>
      </p:sp>
      <p:sp>
        <p:nvSpPr>
          <p:cNvPr id="17" name="Freeform 17"/>
          <p:cNvSpPr/>
          <p:nvPr/>
        </p:nvSpPr>
        <p:spPr>
          <a:xfrm>
            <a:off x="12768887" y="3342462"/>
            <a:ext cx="6790012" cy="1654294"/>
          </a:xfrm>
          <a:custGeom>
            <a:avLst/>
            <a:gdLst/>
            <a:ahLst/>
            <a:cxnLst/>
            <a:rect l="l" t="t" r="r" b="b"/>
            <a:pathLst>
              <a:path w="6790012" h="1654294">
                <a:moveTo>
                  <a:pt x="0" y="0"/>
                </a:moveTo>
                <a:lnTo>
                  <a:pt x="6790012" y="0"/>
                </a:lnTo>
                <a:lnTo>
                  <a:pt x="6790012" y="1654294"/>
                </a:lnTo>
                <a:lnTo>
                  <a:pt x="0" y="165429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18" name="Freeform 18"/>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19" name="Freeform 19"/>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20" name="TextBox 15">
            <a:extLst>
              <a:ext uri="{FF2B5EF4-FFF2-40B4-BE49-F238E27FC236}">
                <a16:creationId xmlns:a16="http://schemas.microsoft.com/office/drawing/2014/main" id="{84B0B0B1-5DEB-AB6B-15ED-F329D2AE3187}"/>
              </a:ext>
            </a:extLst>
          </p:cNvPr>
          <p:cNvSpPr txBox="1"/>
          <p:nvPr/>
        </p:nvSpPr>
        <p:spPr>
          <a:xfrm>
            <a:off x="2401811" y="5072915"/>
            <a:ext cx="15886189" cy="971550"/>
          </a:xfrm>
          <a:prstGeom prst="rect">
            <a:avLst/>
          </a:prstGeom>
        </p:spPr>
        <p:txBody>
          <a:bodyPr lIns="0" tIns="0" rIns="0" bIns="0" rtlCol="0" anchor="t">
            <a:spAutoFit/>
          </a:bodyPr>
          <a:lstStyle/>
          <a:p>
            <a:pPr marL="0" lvl="0" indent="0" algn="l">
              <a:lnSpc>
                <a:spcPts val="3840"/>
              </a:lnSpc>
              <a:spcBef>
                <a:spcPct val="0"/>
              </a:spcBef>
            </a:pPr>
            <a:r>
              <a:rPr lang="en-US" sz="3200" dirty="0">
                <a:solidFill>
                  <a:srgbClr val="000000"/>
                </a:solidFill>
                <a:latin typeface="Press Start 2P"/>
                <a:ea typeface="Press Start 2P"/>
                <a:cs typeface="Press Start 2P"/>
                <a:sym typeface="Press Start 2P"/>
              </a:rPr>
              <a:t>How does it work</a:t>
            </a:r>
          </a:p>
          <a:p>
            <a:pPr marL="0" lvl="0" indent="0" algn="l">
              <a:lnSpc>
                <a:spcPts val="3840"/>
              </a:lnSpc>
              <a:spcBef>
                <a:spcPct val="0"/>
              </a:spcBef>
            </a:pPr>
            <a:endParaRPr lang="en-US" sz="3200" dirty="0">
              <a:solidFill>
                <a:srgbClr val="000000"/>
              </a:solidFill>
              <a:latin typeface="Press Start 2P"/>
              <a:ea typeface="Press Start 2P"/>
              <a:cs typeface="Press Start 2P"/>
              <a:sym typeface="Press Start 2P"/>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grpSp>
        <p:nvGrpSpPr>
          <p:cNvPr id="3" name="Group 3"/>
          <p:cNvGrpSpPr/>
          <p:nvPr/>
        </p:nvGrpSpPr>
        <p:grpSpPr>
          <a:xfrm>
            <a:off x="552612" y="7850175"/>
            <a:ext cx="2116743" cy="805852"/>
            <a:chOff x="0" y="0"/>
            <a:chExt cx="2822324" cy="1074469"/>
          </a:xfrm>
        </p:grpSpPr>
        <p:sp>
          <p:nvSpPr>
            <p:cNvPr id="4" name="Freeform 4"/>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grpSp>
      <p:sp>
        <p:nvSpPr>
          <p:cNvPr id="6" name="Freeform 6"/>
          <p:cNvSpPr/>
          <p:nvPr/>
        </p:nvSpPr>
        <p:spPr>
          <a:xfrm>
            <a:off x="15740630" y="4114604"/>
            <a:ext cx="4223079" cy="1028896"/>
          </a:xfrm>
          <a:custGeom>
            <a:avLst/>
            <a:gdLst/>
            <a:ahLst/>
            <a:cxnLst/>
            <a:rect l="l" t="t" r="r" b="b"/>
            <a:pathLst>
              <a:path w="4223079" h="1028896">
                <a:moveTo>
                  <a:pt x="0" y="0"/>
                </a:moveTo>
                <a:lnTo>
                  <a:pt x="4223079" y="0"/>
                </a:lnTo>
                <a:lnTo>
                  <a:pt x="4223079" y="1028896"/>
                </a:lnTo>
                <a:lnTo>
                  <a:pt x="0" y="102889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7" name="Freeform 7"/>
          <p:cNvSpPr/>
          <p:nvPr/>
        </p:nvSpPr>
        <p:spPr>
          <a:xfrm>
            <a:off x="11856434" y="3237381"/>
            <a:ext cx="3240349" cy="6020919"/>
          </a:xfrm>
          <a:custGeom>
            <a:avLst/>
            <a:gdLst/>
            <a:ahLst/>
            <a:cxnLst/>
            <a:rect l="l" t="t" r="r" b="b"/>
            <a:pathLst>
              <a:path w="3240349" h="6020919">
                <a:moveTo>
                  <a:pt x="0" y="0"/>
                </a:moveTo>
                <a:lnTo>
                  <a:pt x="3240350" y="0"/>
                </a:lnTo>
                <a:lnTo>
                  <a:pt x="3240350" y="6020919"/>
                </a:lnTo>
                <a:lnTo>
                  <a:pt x="0" y="602091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8" name="TextBox 8"/>
          <p:cNvSpPr txBox="1"/>
          <p:nvPr/>
        </p:nvSpPr>
        <p:spPr>
          <a:xfrm>
            <a:off x="1028700" y="849398"/>
            <a:ext cx="12055126" cy="1096495"/>
          </a:xfrm>
          <a:prstGeom prst="rect">
            <a:avLst/>
          </a:prstGeom>
        </p:spPr>
        <p:txBody>
          <a:bodyPr lIns="0" tIns="0" rIns="0" bIns="0" rtlCol="0" anchor="t">
            <a:spAutoFit/>
          </a:bodyPr>
          <a:lstStyle/>
          <a:p>
            <a:pPr marL="0" lvl="0" indent="0" algn="l">
              <a:lnSpc>
                <a:spcPts val="8629"/>
              </a:lnSpc>
              <a:spcBef>
                <a:spcPct val="0"/>
              </a:spcBef>
            </a:pPr>
            <a:r>
              <a:rPr lang="en-US" sz="7191" u="none" strike="noStrike">
                <a:solidFill>
                  <a:srgbClr val="000000"/>
                </a:solidFill>
                <a:latin typeface="Press Start 2P"/>
                <a:ea typeface="Press Start 2P"/>
                <a:cs typeface="Press Start 2P"/>
                <a:sym typeface="Press Start 2P"/>
              </a:rPr>
              <a:t>INTRODUCTION</a:t>
            </a:r>
          </a:p>
        </p:txBody>
      </p:sp>
      <p:sp>
        <p:nvSpPr>
          <p:cNvPr id="10" name="Freeform 10"/>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1" name="Freeform 11"/>
          <p:cNvSpPr/>
          <p:nvPr/>
        </p:nvSpPr>
        <p:spPr>
          <a:xfrm>
            <a:off x="12731427" y="854721"/>
            <a:ext cx="6868763" cy="1673480"/>
          </a:xfrm>
          <a:custGeom>
            <a:avLst/>
            <a:gdLst/>
            <a:ahLst/>
            <a:cxnLst/>
            <a:rect l="l" t="t" r="r" b="b"/>
            <a:pathLst>
              <a:path w="6868763" h="1673480">
                <a:moveTo>
                  <a:pt x="0" y="0"/>
                </a:moveTo>
                <a:lnTo>
                  <a:pt x="6868764" y="0"/>
                </a:lnTo>
                <a:lnTo>
                  <a:pt x="6868764" y="1673480"/>
                </a:lnTo>
                <a:lnTo>
                  <a:pt x="0" y="167348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2" name="Freeform 12"/>
          <p:cNvSpPr/>
          <p:nvPr/>
        </p:nvSpPr>
        <p:spPr>
          <a:xfrm>
            <a:off x="16557083" y="6413556"/>
            <a:ext cx="580267" cy="988072"/>
          </a:xfrm>
          <a:custGeom>
            <a:avLst/>
            <a:gdLst/>
            <a:ahLst/>
            <a:cxnLst/>
            <a:rect l="l" t="t" r="r" b="b"/>
            <a:pathLst>
              <a:path w="580267" h="988072">
                <a:moveTo>
                  <a:pt x="0" y="0"/>
                </a:moveTo>
                <a:lnTo>
                  <a:pt x="580268" y="0"/>
                </a:lnTo>
                <a:lnTo>
                  <a:pt x="580268" y="988071"/>
                </a:lnTo>
                <a:lnTo>
                  <a:pt x="0" y="988071"/>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endParaRPr lang="en-GB"/>
          </a:p>
        </p:txBody>
      </p:sp>
      <p:pic>
        <p:nvPicPr>
          <p:cNvPr id="13" name="Picture 4" descr="Three broad categories of machine learning: unsupervised learning, supervised learning, and reinforcement learning.">
            <a:extLst>
              <a:ext uri="{FF2B5EF4-FFF2-40B4-BE49-F238E27FC236}">
                <a16:creationId xmlns:a16="http://schemas.microsoft.com/office/drawing/2014/main" id="{C025EA11-25CA-512F-DA8A-908511FD0389}"/>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150650" y="2372291"/>
            <a:ext cx="10186375" cy="517674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 name="Freeform 4"/>
          <p:cNvSpPr/>
          <p:nvPr/>
        </p:nvSpPr>
        <p:spPr>
          <a:xfrm>
            <a:off x="16140898" y="2842008"/>
            <a:ext cx="580267" cy="988072"/>
          </a:xfrm>
          <a:custGeom>
            <a:avLst/>
            <a:gdLst/>
            <a:ahLst/>
            <a:cxnLst/>
            <a:rect l="l" t="t" r="r" b="b"/>
            <a:pathLst>
              <a:path w="580267" h="988072">
                <a:moveTo>
                  <a:pt x="0" y="0"/>
                </a:moveTo>
                <a:lnTo>
                  <a:pt x="580268" y="0"/>
                </a:lnTo>
                <a:lnTo>
                  <a:pt x="580268" y="988072"/>
                </a:lnTo>
                <a:lnTo>
                  <a:pt x="0" y="988072"/>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8" name="TextBox 8"/>
          <p:cNvSpPr txBox="1"/>
          <p:nvPr/>
        </p:nvSpPr>
        <p:spPr>
          <a:xfrm>
            <a:off x="1028700" y="876472"/>
            <a:ext cx="15112198" cy="1096495"/>
          </a:xfrm>
          <a:prstGeom prst="rect">
            <a:avLst/>
          </a:prstGeom>
        </p:spPr>
        <p:txBody>
          <a:bodyPr lIns="0" tIns="0" rIns="0" bIns="0" rtlCol="0" anchor="t">
            <a:spAutoFit/>
          </a:bodyPr>
          <a:lstStyle/>
          <a:p>
            <a:pPr marL="0" lvl="0" indent="0" algn="l">
              <a:lnSpc>
                <a:spcPts val="8629"/>
              </a:lnSpc>
              <a:spcBef>
                <a:spcPct val="0"/>
              </a:spcBef>
            </a:pPr>
            <a:r>
              <a:rPr lang="en-US" sz="7191">
                <a:solidFill>
                  <a:srgbClr val="000000"/>
                </a:solidFill>
                <a:latin typeface="Press Start 2P"/>
                <a:ea typeface="Press Start 2P"/>
                <a:cs typeface="Press Start 2P"/>
                <a:sym typeface="Press Start 2P"/>
              </a:rPr>
              <a:t>CONCEPT</a:t>
            </a:r>
          </a:p>
        </p:txBody>
      </p:sp>
      <p:sp>
        <p:nvSpPr>
          <p:cNvPr id="9" name="Freeform 9"/>
          <p:cNvSpPr/>
          <p:nvPr/>
        </p:nvSpPr>
        <p:spPr>
          <a:xfrm>
            <a:off x="8875635" y="598717"/>
            <a:ext cx="6790012" cy="1654294"/>
          </a:xfrm>
          <a:custGeom>
            <a:avLst/>
            <a:gdLst/>
            <a:ahLst/>
            <a:cxnLst/>
            <a:rect l="l" t="t" r="r" b="b"/>
            <a:pathLst>
              <a:path w="6790012" h="1654294">
                <a:moveTo>
                  <a:pt x="0" y="0"/>
                </a:moveTo>
                <a:lnTo>
                  <a:pt x="6790012" y="0"/>
                </a:lnTo>
                <a:lnTo>
                  <a:pt x="6790012" y="1654294"/>
                </a:lnTo>
                <a:lnTo>
                  <a:pt x="0" y="1654294"/>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0" name="Freeform 10"/>
          <p:cNvSpPr/>
          <p:nvPr/>
        </p:nvSpPr>
        <p:spPr>
          <a:xfrm>
            <a:off x="15024043" y="4132177"/>
            <a:ext cx="5656253" cy="1378069"/>
          </a:xfrm>
          <a:custGeom>
            <a:avLst/>
            <a:gdLst/>
            <a:ahLst/>
            <a:cxnLst/>
            <a:rect l="l" t="t" r="r" b="b"/>
            <a:pathLst>
              <a:path w="5656253" h="1378069">
                <a:moveTo>
                  <a:pt x="0" y="0"/>
                </a:moveTo>
                <a:lnTo>
                  <a:pt x="5656253" y="0"/>
                </a:lnTo>
                <a:lnTo>
                  <a:pt x="5656253" y="1378069"/>
                </a:lnTo>
                <a:lnTo>
                  <a:pt x="0" y="1378069"/>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19" name="TextBox 19"/>
          <p:cNvSpPr txBox="1"/>
          <p:nvPr/>
        </p:nvSpPr>
        <p:spPr>
          <a:xfrm>
            <a:off x="10948971" y="7684600"/>
            <a:ext cx="5320741" cy="325755"/>
          </a:xfrm>
          <a:prstGeom prst="rect">
            <a:avLst/>
          </a:prstGeom>
        </p:spPr>
        <p:txBody>
          <a:bodyPr lIns="0" tIns="0" rIns="0" bIns="0" rtlCol="0" anchor="t">
            <a:spAutoFit/>
          </a:bodyPr>
          <a:lstStyle/>
          <a:p>
            <a:pPr marL="0" lvl="0" indent="0" algn="l">
              <a:lnSpc>
                <a:spcPts val="2519"/>
              </a:lnSpc>
              <a:spcBef>
                <a:spcPct val="0"/>
              </a:spcBef>
            </a:pPr>
            <a:r>
              <a:rPr lang="en-US" sz="1799" u="none" strike="noStrike">
                <a:solidFill>
                  <a:srgbClr val="000000"/>
                </a:solidFill>
                <a:latin typeface="Arimo"/>
                <a:ea typeface="Arimo"/>
                <a:cs typeface="Arimo"/>
                <a:sym typeface="Arimo"/>
              </a:rPr>
              <a:t>Elaborate on what you want to discuss. </a:t>
            </a:r>
          </a:p>
        </p:txBody>
      </p:sp>
      <p:grpSp>
        <p:nvGrpSpPr>
          <p:cNvPr id="20" name="Group 20"/>
          <p:cNvGrpSpPr/>
          <p:nvPr/>
        </p:nvGrpSpPr>
        <p:grpSpPr>
          <a:xfrm>
            <a:off x="15479422" y="8038930"/>
            <a:ext cx="2116743" cy="805852"/>
            <a:chOff x="0" y="0"/>
            <a:chExt cx="2822324" cy="1074469"/>
          </a:xfrm>
        </p:grpSpPr>
        <p:sp>
          <p:nvSpPr>
            <p:cNvPr id="21" name="Freeform 21"/>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22" name="Freeform 22"/>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grpSp>
      <p:pic>
        <p:nvPicPr>
          <p:cNvPr id="23" name="Picture 2" descr="Reinforcement learning in dog training, where the dog and trainer are the agent and environment. They interact with actions, rewards, and observations.">
            <a:extLst>
              <a:ext uri="{FF2B5EF4-FFF2-40B4-BE49-F238E27FC236}">
                <a16:creationId xmlns:a16="http://schemas.microsoft.com/office/drawing/2014/main" id="{EB90177F-1323-1DF3-DB58-A737BC24C754}"/>
              </a:ext>
            </a:extLst>
          </p:cNvPr>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188355" y="2664154"/>
            <a:ext cx="10494150" cy="590295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3258799" y="7850174"/>
            <a:ext cx="2020257" cy="1408125"/>
          </a:xfrm>
          <a:custGeom>
            <a:avLst/>
            <a:gdLst/>
            <a:ahLst/>
            <a:cxnLst/>
            <a:rect l="l" t="t" r="r" b="b"/>
            <a:pathLst>
              <a:path w="3452416" h="3452416">
                <a:moveTo>
                  <a:pt x="0" y="0"/>
                </a:moveTo>
                <a:lnTo>
                  <a:pt x="3452416" y="0"/>
                </a:lnTo>
                <a:lnTo>
                  <a:pt x="3452416" y="3452416"/>
                </a:lnTo>
                <a:lnTo>
                  <a:pt x="0" y="34524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TextBox 6"/>
          <p:cNvSpPr txBox="1"/>
          <p:nvPr/>
        </p:nvSpPr>
        <p:spPr>
          <a:xfrm>
            <a:off x="1028700" y="849398"/>
            <a:ext cx="15112198" cy="1096495"/>
          </a:xfrm>
          <a:prstGeom prst="rect">
            <a:avLst/>
          </a:prstGeom>
        </p:spPr>
        <p:txBody>
          <a:bodyPr lIns="0" tIns="0" rIns="0" bIns="0" rtlCol="0" anchor="t">
            <a:spAutoFit/>
          </a:bodyPr>
          <a:lstStyle/>
          <a:p>
            <a:pPr marL="0" lvl="0" indent="0" algn="l">
              <a:lnSpc>
                <a:spcPts val="8629"/>
              </a:lnSpc>
              <a:spcBef>
                <a:spcPct val="0"/>
              </a:spcBef>
            </a:pPr>
            <a:r>
              <a:rPr lang="en-US" sz="7191" u="none" strike="noStrike" dirty="0" err="1">
                <a:solidFill>
                  <a:srgbClr val="000000"/>
                </a:solidFill>
                <a:latin typeface="Press Start 2P"/>
                <a:ea typeface="Press Start 2P"/>
                <a:cs typeface="Press Start 2P"/>
                <a:sym typeface="Press Start 2P"/>
              </a:rPr>
              <a:t>WorkFlow</a:t>
            </a:r>
            <a:endParaRPr lang="en-US" sz="7191" u="none" strike="noStrike" dirty="0">
              <a:solidFill>
                <a:srgbClr val="000000"/>
              </a:solidFill>
              <a:latin typeface="Press Start 2P"/>
              <a:ea typeface="Press Start 2P"/>
              <a:cs typeface="Press Start 2P"/>
              <a:sym typeface="Press Start 2P"/>
            </a:endParaRPr>
          </a:p>
        </p:txBody>
      </p:sp>
      <p:sp>
        <p:nvSpPr>
          <p:cNvPr id="8" name="Freeform 8"/>
          <p:cNvSpPr/>
          <p:nvPr/>
        </p:nvSpPr>
        <p:spPr>
          <a:xfrm>
            <a:off x="10700757" y="3647188"/>
            <a:ext cx="580267" cy="988072"/>
          </a:xfrm>
          <a:custGeom>
            <a:avLst/>
            <a:gdLst/>
            <a:ahLst/>
            <a:cxnLst/>
            <a:rect l="l" t="t" r="r" b="b"/>
            <a:pathLst>
              <a:path w="580267" h="988072">
                <a:moveTo>
                  <a:pt x="0" y="0"/>
                </a:moveTo>
                <a:lnTo>
                  <a:pt x="580268" y="0"/>
                </a:lnTo>
                <a:lnTo>
                  <a:pt x="580268" y="988071"/>
                </a:lnTo>
                <a:lnTo>
                  <a:pt x="0" y="9880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9" name="Group 9"/>
          <p:cNvGrpSpPr/>
          <p:nvPr/>
        </p:nvGrpSpPr>
        <p:grpSpPr>
          <a:xfrm>
            <a:off x="552612" y="7850175"/>
            <a:ext cx="2116743" cy="805852"/>
            <a:chOff x="0" y="0"/>
            <a:chExt cx="2822324" cy="1074469"/>
          </a:xfrm>
        </p:grpSpPr>
        <p:sp>
          <p:nvSpPr>
            <p:cNvPr id="10" name="Freeform 10"/>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1" name="Freeform 11"/>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grpSp>
      <p:pic>
        <p:nvPicPr>
          <p:cNvPr id="12" name="Picture 2" descr="Steps of reinforcement learning workflow: environment, reward, agent, training of agent, and deployment.">
            <a:extLst>
              <a:ext uri="{FF2B5EF4-FFF2-40B4-BE49-F238E27FC236}">
                <a16:creationId xmlns:a16="http://schemas.microsoft.com/office/drawing/2014/main" id="{06E0E877-8273-493A-A4A0-F97D837C602A}"/>
              </a:ext>
            </a:extLst>
          </p:cNvPr>
          <p:cNvPicPr>
            <a:picLocks noChangeAspect="1" noChangeArrowheads="1"/>
          </p:cNvPicPr>
          <p:nvPr/>
        </p:nvPicPr>
        <p:blipFill>
          <a:blip r:embed="rId13">
            <a:extLst>
              <a:ext uri="{28A0092B-C50C-407E-A947-70E740481C1C}">
                <a14:useLocalDpi xmlns:a14="http://schemas.microsoft.com/office/drawing/2010/main" val="0"/>
              </a:ext>
            </a:extLst>
          </a:blip>
          <a:stretch>
            <a:fillRect/>
          </a:stretch>
        </p:blipFill>
        <p:spPr bwMode="auto">
          <a:xfrm>
            <a:off x="1043940" y="3307703"/>
            <a:ext cx="15459350" cy="367159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4" name="Freeform 4"/>
          <p:cNvSpPr/>
          <p:nvPr/>
        </p:nvSpPr>
        <p:spPr>
          <a:xfrm>
            <a:off x="13258799" y="7850174"/>
            <a:ext cx="2020257" cy="1408125"/>
          </a:xfrm>
          <a:custGeom>
            <a:avLst/>
            <a:gdLst/>
            <a:ahLst/>
            <a:cxnLst/>
            <a:rect l="l" t="t" r="r" b="b"/>
            <a:pathLst>
              <a:path w="3452416" h="3452416">
                <a:moveTo>
                  <a:pt x="0" y="0"/>
                </a:moveTo>
                <a:lnTo>
                  <a:pt x="3452416" y="0"/>
                </a:lnTo>
                <a:lnTo>
                  <a:pt x="3452416" y="3452416"/>
                </a:lnTo>
                <a:lnTo>
                  <a:pt x="0" y="345241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TextBox 6"/>
          <p:cNvSpPr txBox="1"/>
          <p:nvPr/>
        </p:nvSpPr>
        <p:spPr>
          <a:xfrm>
            <a:off x="1028700" y="849398"/>
            <a:ext cx="15112198" cy="1096495"/>
          </a:xfrm>
          <a:prstGeom prst="rect">
            <a:avLst/>
          </a:prstGeom>
        </p:spPr>
        <p:txBody>
          <a:bodyPr lIns="0" tIns="0" rIns="0" bIns="0" rtlCol="0" anchor="t">
            <a:spAutoFit/>
          </a:bodyPr>
          <a:lstStyle/>
          <a:p>
            <a:pPr marL="0" lvl="0" indent="0" algn="l">
              <a:lnSpc>
                <a:spcPts val="8629"/>
              </a:lnSpc>
              <a:spcBef>
                <a:spcPct val="0"/>
              </a:spcBef>
            </a:pPr>
            <a:r>
              <a:rPr lang="en-US" sz="7191" u="none" strike="noStrike" dirty="0">
                <a:solidFill>
                  <a:srgbClr val="000000"/>
                </a:solidFill>
                <a:latin typeface="Press Start 2P"/>
                <a:ea typeface="Press Start 2P"/>
                <a:cs typeface="Press Start 2P"/>
                <a:sym typeface="Press Start 2P"/>
              </a:rPr>
              <a:t>Example</a:t>
            </a:r>
          </a:p>
        </p:txBody>
      </p:sp>
      <p:sp>
        <p:nvSpPr>
          <p:cNvPr id="8" name="Freeform 8"/>
          <p:cNvSpPr/>
          <p:nvPr/>
        </p:nvSpPr>
        <p:spPr>
          <a:xfrm>
            <a:off x="10700757" y="3647188"/>
            <a:ext cx="580267" cy="988072"/>
          </a:xfrm>
          <a:custGeom>
            <a:avLst/>
            <a:gdLst/>
            <a:ahLst/>
            <a:cxnLst/>
            <a:rect l="l" t="t" r="r" b="b"/>
            <a:pathLst>
              <a:path w="580267" h="988072">
                <a:moveTo>
                  <a:pt x="0" y="0"/>
                </a:moveTo>
                <a:lnTo>
                  <a:pt x="580268" y="0"/>
                </a:lnTo>
                <a:lnTo>
                  <a:pt x="580268" y="988071"/>
                </a:lnTo>
                <a:lnTo>
                  <a:pt x="0" y="988071"/>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grpSp>
        <p:nvGrpSpPr>
          <p:cNvPr id="9" name="Group 9"/>
          <p:cNvGrpSpPr/>
          <p:nvPr/>
        </p:nvGrpSpPr>
        <p:grpSpPr>
          <a:xfrm>
            <a:off x="552612" y="7850175"/>
            <a:ext cx="2116743" cy="805852"/>
            <a:chOff x="0" y="0"/>
            <a:chExt cx="2822324" cy="1074469"/>
          </a:xfrm>
        </p:grpSpPr>
        <p:sp>
          <p:nvSpPr>
            <p:cNvPr id="10" name="Freeform 10"/>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11" name="Freeform 11"/>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grpSp>
      <p:pic>
        <p:nvPicPr>
          <p:cNvPr id="3" name="Picture 2">
            <a:extLst>
              <a:ext uri="{FF2B5EF4-FFF2-40B4-BE49-F238E27FC236}">
                <a16:creationId xmlns:a16="http://schemas.microsoft.com/office/drawing/2014/main" id="{8CB83B27-2F42-8ED7-FA25-1675F20164C2}"/>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76800" y="2405196"/>
            <a:ext cx="7871115" cy="54449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03177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5255033" y="951956"/>
            <a:ext cx="580267" cy="988072"/>
          </a:xfrm>
          <a:custGeom>
            <a:avLst/>
            <a:gdLst/>
            <a:ahLst/>
            <a:cxnLst/>
            <a:rect l="l" t="t" r="r" b="b"/>
            <a:pathLst>
              <a:path w="580267" h="988072">
                <a:moveTo>
                  <a:pt x="0" y="0"/>
                </a:moveTo>
                <a:lnTo>
                  <a:pt x="580267" y="0"/>
                </a:lnTo>
                <a:lnTo>
                  <a:pt x="580267" y="988071"/>
                </a:lnTo>
                <a:lnTo>
                  <a:pt x="0" y="98807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8" name="TextBox 8"/>
          <p:cNvSpPr txBox="1"/>
          <p:nvPr/>
        </p:nvSpPr>
        <p:spPr>
          <a:xfrm>
            <a:off x="1169655" y="781088"/>
            <a:ext cx="16170506" cy="827150"/>
          </a:xfrm>
          <a:prstGeom prst="rect">
            <a:avLst/>
          </a:prstGeom>
        </p:spPr>
        <p:txBody>
          <a:bodyPr wrap="square" lIns="0" tIns="0" rIns="0" bIns="0" rtlCol="0" anchor="t">
            <a:spAutoFit/>
          </a:bodyPr>
          <a:lstStyle/>
          <a:p>
            <a:pPr marL="0" lvl="0" indent="0" algn="l">
              <a:lnSpc>
                <a:spcPts val="8629"/>
              </a:lnSpc>
              <a:spcBef>
                <a:spcPct val="0"/>
              </a:spcBef>
            </a:pPr>
            <a:r>
              <a:rPr lang="en-US" sz="6600" dirty="0">
                <a:solidFill>
                  <a:srgbClr val="000000"/>
                </a:solidFill>
                <a:latin typeface="Press Start 2P"/>
                <a:ea typeface="Press Start 2P"/>
                <a:cs typeface="Press Start 2P"/>
                <a:sym typeface="Press Start 2P"/>
              </a:rPr>
              <a:t>Objective Function</a:t>
            </a:r>
          </a:p>
        </p:txBody>
      </p:sp>
      <p:sp>
        <p:nvSpPr>
          <p:cNvPr id="15" name="Freeform 15"/>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pic>
        <p:nvPicPr>
          <p:cNvPr id="16" name="Picture 15" descr="A screenshot of a cell phone&#10;&#10;Description automatically generated">
            <a:extLst>
              <a:ext uri="{FF2B5EF4-FFF2-40B4-BE49-F238E27FC236}">
                <a16:creationId xmlns:a16="http://schemas.microsoft.com/office/drawing/2014/main" id="{63902980-CC15-F68C-A4C1-8C2F507C4251}"/>
              </a:ext>
            </a:extLst>
          </p:cNvPr>
          <p:cNvPicPr>
            <a:picLocks noChangeAspect="1"/>
          </p:cNvPicPr>
          <p:nvPr/>
        </p:nvPicPr>
        <p:blipFill>
          <a:blip r:embed="rId8"/>
          <a:stretch>
            <a:fillRect/>
          </a:stretch>
        </p:blipFill>
        <p:spPr>
          <a:xfrm>
            <a:off x="2483180" y="1940028"/>
            <a:ext cx="13258800" cy="7053175"/>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GB"/>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4" name="Freeform 4"/>
          <p:cNvSpPr/>
          <p:nvPr/>
        </p:nvSpPr>
        <p:spPr>
          <a:xfrm>
            <a:off x="1028700" y="3915634"/>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5" name="Freeform 5"/>
          <p:cNvSpPr/>
          <p:nvPr/>
        </p:nvSpPr>
        <p:spPr>
          <a:xfrm>
            <a:off x="1028700" y="6204927"/>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7" name="TextBox 7"/>
          <p:cNvSpPr txBox="1"/>
          <p:nvPr/>
        </p:nvSpPr>
        <p:spPr>
          <a:xfrm>
            <a:off x="1028700" y="1027580"/>
            <a:ext cx="13228135" cy="2205732"/>
          </a:xfrm>
          <a:prstGeom prst="rect">
            <a:avLst/>
          </a:prstGeom>
        </p:spPr>
        <p:txBody>
          <a:bodyPr lIns="0" tIns="0" rIns="0" bIns="0" rtlCol="0" anchor="t">
            <a:spAutoFit/>
          </a:bodyPr>
          <a:lstStyle/>
          <a:p>
            <a:pPr marL="0" lvl="0" indent="0" algn="l">
              <a:lnSpc>
                <a:spcPts val="8629"/>
              </a:lnSpc>
              <a:spcBef>
                <a:spcPct val="0"/>
              </a:spcBef>
            </a:pPr>
            <a:r>
              <a:rPr lang="en-US" sz="7191" u="none" strike="noStrike" dirty="0">
                <a:solidFill>
                  <a:srgbClr val="000000"/>
                </a:solidFill>
                <a:latin typeface="Press Start 2P"/>
                <a:ea typeface="Press Start 2P"/>
                <a:cs typeface="Press Start 2P"/>
                <a:sym typeface="Press Start 2P"/>
              </a:rPr>
              <a:t>Environment Setup</a:t>
            </a:r>
          </a:p>
        </p:txBody>
      </p:sp>
      <p:sp>
        <p:nvSpPr>
          <p:cNvPr id="8" name="TextBox 8"/>
          <p:cNvSpPr txBox="1"/>
          <p:nvPr/>
        </p:nvSpPr>
        <p:spPr>
          <a:xfrm>
            <a:off x="2271811" y="3736581"/>
            <a:ext cx="9658807" cy="471283"/>
          </a:xfrm>
          <a:prstGeom prst="rect">
            <a:avLst/>
          </a:prstGeom>
        </p:spPr>
        <p:txBody>
          <a:bodyPr lIns="0" tIns="0" rIns="0" bIns="0" rtlCol="0" anchor="t">
            <a:spAutoFit/>
          </a:bodyPr>
          <a:lstStyle/>
          <a:p>
            <a:pPr marL="0" lvl="0" indent="0" algn="l">
              <a:lnSpc>
                <a:spcPts val="4851"/>
              </a:lnSpc>
              <a:spcBef>
                <a:spcPct val="0"/>
              </a:spcBef>
            </a:pPr>
            <a:r>
              <a:rPr lang="en-US" sz="4042" u="none" strike="noStrike" dirty="0">
                <a:solidFill>
                  <a:srgbClr val="000000"/>
                </a:solidFill>
                <a:latin typeface="Press Start 2P"/>
                <a:ea typeface="Press Start 2P"/>
                <a:cs typeface="Press Start 2P"/>
                <a:sym typeface="Press Start 2P"/>
              </a:rPr>
              <a:t>OpenAI Gym Retro</a:t>
            </a:r>
          </a:p>
        </p:txBody>
      </p:sp>
      <p:sp>
        <p:nvSpPr>
          <p:cNvPr id="9" name="TextBox 9"/>
          <p:cNvSpPr txBox="1"/>
          <p:nvPr/>
        </p:nvSpPr>
        <p:spPr>
          <a:xfrm>
            <a:off x="2271811" y="6315616"/>
            <a:ext cx="5119589" cy="608115"/>
          </a:xfrm>
          <a:prstGeom prst="rect">
            <a:avLst/>
          </a:prstGeom>
        </p:spPr>
        <p:txBody>
          <a:bodyPr wrap="square" lIns="0" tIns="0" rIns="0" bIns="0" rtlCol="0" anchor="t">
            <a:spAutoFit/>
          </a:bodyPr>
          <a:lstStyle/>
          <a:p>
            <a:pPr marL="0" lvl="0" indent="0" algn="l">
              <a:lnSpc>
                <a:spcPts val="4851"/>
              </a:lnSpc>
              <a:spcBef>
                <a:spcPct val="0"/>
              </a:spcBef>
            </a:pPr>
            <a:r>
              <a:rPr lang="en-US" sz="4042" dirty="0">
                <a:solidFill>
                  <a:srgbClr val="000000"/>
                </a:solidFill>
                <a:latin typeface="Press Start 2P"/>
                <a:ea typeface="Press Start 2P"/>
                <a:cs typeface="Press Start 2P"/>
                <a:sym typeface="Press Start 2P"/>
              </a:rPr>
              <a:t>Virtual Environment</a:t>
            </a:r>
            <a:endParaRPr lang="en-US" sz="4042" u="none" strike="noStrike" dirty="0">
              <a:solidFill>
                <a:srgbClr val="000000"/>
              </a:solidFill>
              <a:latin typeface="Press Start 2P"/>
              <a:ea typeface="Press Start 2P"/>
              <a:cs typeface="Press Start 2P"/>
              <a:sym typeface="Press Start 2P"/>
            </a:endParaRPr>
          </a:p>
        </p:txBody>
      </p:sp>
      <p:sp>
        <p:nvSpPr>
          <p:cNvPr id="13" name="Freeform 13"/>
          <p:cNvSpPr/>
          <p:nvPr/>
        </p:nvSpPr>
        <p:spPr>
          <a:xfrm>
            <a:off x="11045930" y="2887893"/>
            <a:ext cx="580267" cy="988072"/>
          </a:xfrm>
          <a:custGeom>
            <a:avLst/>
            <a:gdLst/>
            <a:ahLst/>
            <a:cxnLst/>
            <a:rect l="l" t="t" r="r" b="b"/>
            <a:pathLst>
              <a:path w="580267" h="988072">
                <a:moveTo>
                  <a:pt x="0" y="0"/>
                </a:moveTo>
                <a:lnTo>
                  <a:pt x="580267" y="0"/>
                </a:lnTo>
                <a:lnTo>
                  <a:pt x="580267" y="988072"/>
                </a:lnTo>
                <a:lnTo>
                  <a:pt x="0" y="9880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pic>
        <p:nvPicPr>
          <p:cNvPr id="1026" name="Picture 2" descr="Hands-on Guide To Creating RL Agents Using OpenAI Gym Retro">
            <a:extLst>
              <a:ext uri="{FF2B5EF4-FFF2-40B4-BE49-F238E27FC236}">
                <a16:creationId xmlns:a16="http://schemas.microsoft.com/office/drawing/2014/main" id="{A8698BA6-A05A-77E9-E4D9-A9E3F0654F0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2420600" y="1835926"/>
            <a:ext cx="5559032" cy="4743876"/>
          </a:xfrm>
          <a:prstGeom prst="rect">
            <a:avLst/>
          </a:prstGeom>
          <a:noFill/>
          <a:extLst>
            <a:ext uri="{909E8E84-426E-40DD-AFC4-6F175D3DCCD1}">
              <a14:hiddenFill xmlns:a14="http://schemas.microsoft.com/office/drawing/2010/main">
                <a:solidFill>
                  <a:srgbClr val="FFFFFF"/>
                </a:solidFill>
              </a14:hiddenFill>
            </a:ext>
          </a:extLst>
        </p:spPr>
      </p:pic>
      <p:sp>
        <p:nvSpPr>
          <p:cNvPr id="14" name="Freeform 5">
            <a:extLst>
              <a:ext uri="{FF2B5EF4-FFF2-40B4-BE49-F238E27FC236}">
                <a16:creationId xmlns:a16="http://schemas.microsoft.com/office/drawing/2014/main" id="{98548C39-0548-E80D-92DF-9D402F395B90}"/>
              </a:ext>
            </a:extLst>
          </p:cNvPr>
          <p:cNvSpPr/>
          <p:nvPr/>
        </p:nvSpPr>
        <p:spPr>
          <a:xfrm>
            <a:off x="1043940" y="7608897"/>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5" name="TextBox 9">
            <a:extLst>
              <a:ext uri="{FF2B5EF4-FFF2-40B4-BE49-F238E27FC236}">
                <a16:creationId xmlns:a16="http://schemas.microsoft.com/office/drawing/2014/main" id="{E10CE829-BFA2-459C-6E76-79D25B5EA4CB}"/>
              </a:ext>
            </a:extLst>
          </p:cNvPr>
          <p:cNvSpPr txBox="1"/>
          <p:nvPr/>
        </p:nvSpPr>
        <p:spPr>
          <a:xfrm>
            <a:off x="2287051" y="7719586"/>
            <a:ext cx="6277966" cy="471283"/>
          </a:xfrm>
          <a:prstGeom prst="rect">
            <a:avLst/>
          </a:prstGeom>
        </p:spPr>
        <p:txBody>
          <a:bodyPr wrap="square" lIns="0" tIns="0" rIns="0" bIns="0" rtlCol="0" anchor="t">
            <a:spAutoFit/>
          </a:bodyPr>
          <a:lstStyle/>
          <a:p>
            <a:pPr marL="0" lvl="0" indent="0" algn="l">
              <a:lnSpc>
                <a:spcPts val="4851"/>
              </a:lnSpc>
              <a:spcBef>
                <a:spcPct val="0"/>
              </a:spcBef>
            </a:pPr>
            <a:r>
              <a:rPr lang="en-US" sz="4042" u="none" strike="noStrike" dirty="0" err="1">
                <a:solidFill>
                  <a:srgbClr val="000000"/>
                </a:solidFill>
                <a:latin typeface="Press Start 2P"/>
                <a:ea typeface="Press Start 2P"/>
                <a:cs typeface="Press Start 2P"/>
                <a:sym typeface="Press Start 2P"/>
              </a:rPr>
              <a:t>TensorBoard</a:t>
            </a:r>
            <a:endParaRPr lang="en-US" sz="4042" u="none" strike="noStrike" dirty="0">
              <a:solidFill>
                <a:srgbClr val="000000"/>
              </a:solidFill>
              <a:latin typeface="Press Start 2P"/>
              <a:ea typeface="Press Start 2P"/>
              <a:cs typeface="Press Start 2P"/>
              <a:sym typeface="Press Start 2P"/>
            </a:endParaRPr>
          </a:p>
        </p:txBody>
      </p:sp>
      <p:sp>
        <p:nvSpPr>
          <p:cNvPr id="18" name="Freeform 5">
            <a:extLst>
              <a:ext uri="{FF2B5EF4-FFF2-40B4-BE49-F238E27FC236}">
                <a16:creationId xmlns:a16="http://schemas.microsoft.com/office/drawing/2014/main" id="{952F6FE8-6DF0-384B-3A82-C00348386CA4}"/>
              </a:ext>
            </a:extLst>
          </p:cNvPr>
          <p:cNvSpPr/>
          <p:nvPr/>
        </p:nvSpPr>
        <p:spPr>
          <a:xfrm>
            <a:off x="1043940" y="5097020"/>
            <a:ext cx="916639" cy="709979"/>
          </a:xfrm>
          <a:custGeom>
            <a:avLst/>
            <a:gdLst/>
            <a:ahLst/>
            <a:cxnLst/>
            <a:rect l="l" t="t" r="r" b="b"/>
            <a:pathLst>
              <a:path w="916639" h="709979">
                <a:moveTo>
                  <a:pt x="0" y="0"/>
                </a:moveTo>
                <a:lnTo>
                  <a:pt x="916639" y="0"/>
                </a:lnTo>
                <a:lnTo>
                  <a:pt x="916639" y="709979"/>
                </a:lnTo>
                <a:lnTo>
                  <a:pt x="0" y="70997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19" name="TextBox 9">
            <a:extLst>
              <a:ext uri="{FF2B5EF4-FFF2-40B4-BE49-F238E27FC236}">
                <a16:creationId xmlns:a16="http://schemas.microsoft.com/office/drawing/2014/main" id="{05F91584-CFFE-387C-F1E4-D8FCCC18D157}"/>
              </a:ext>
            </a:extLst>
          </p:cNvPr>
          <p:cNvSpPr txBox="1"/>
          <p:nvPr/>
        </p:nvSpPr>
        <p:spPr>
          <a:xfrm>
            <a:off x="2287051" y="5207709"/>
            <a:ext cx="5119589" cy="471283"/>
          </a:xfrm>
          <a:prstGeom prst="rect">
            <a:avLst/>
          </a:prstGeom>
        </p:spPr>
        <p:txBody>
          <a:bodyPr wrap="square" lIns="0" tIns="0" rIns="0" bIns="0" rtlCol="0" anchor="t">
            <a:spAutoFit/>
          </a:bodyPr>
          <a:lstStyle/>
          <a:p>
            <a:pPr marL="0" lvl="0" indent="0" algn="l">
              <a:lnSpc>
                <a:spcPts val="4851"/>
              </a:lnSpc>
              <a:spcBef>
                <a:spcPct val="0"/>
              </a:spcBef>
            </a:pPr>
            <a:r>
              <a:rPr lang="en-US" sz="4042" u="none" strike="noStrike" dirty="0">
                <a:solidFill>
                  <a:srgbClr val="000000"/>
                </a:solidFill>
                <a:latin typeface="Press Start 2P"/>
                <a:ea typeface="Press Start 2P"/>
                <a:cs typeface="Press Start 2P"/>
                <a:sym typeface="Press Start 2P"/>
              </a:rPr>
              <a:t>Wrapper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7259300" y="4649464"/>
            <a:ext cx="580267" cy="988072"/>
          </a:xfrm>
          <a:custGeom>
            <a:avLst/>
            <a:gdLst/>
            <a:ahLst/>
            <a:cxnLst/>
            <a:rect l="l" t="t" r="r" b="b"/>
            <a:pathLst>
              <a:path w="580267" h="988072">
                <a:moveTo>
                  <a:pt x="0" y="0"/>
                </a:moveTo>
                <a:lnTo>
                  <a:pt x="580267" y="0"/>
                </a:lnTo>
                <a:lnTo>
                  <a:pt x="580267" y="988072"/>
                </a:lnTo>
                <a:lnTo>
                  <a:pt x="0" y="988072"/>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10" name="TextBox 10"/>
          <p:cNvSpPr txBox="1"/>
          <p:nvPr/>
        </p:nvSpPr>
        <p:spPr>
          <a:xfrm>
            <a:off x="1371601" y="598717"/>
            <a:ext cx="13008516" cy="2205732"/>
          </a:xfrm>
          <a:prstGeom prst="rect">
            <a:avLst/>
          </a:prstGeom>
        </p:spPr>
        <p:txBody>
          <a:bodyPr lIns="0" tIns="0" rIns="0" bIns="0" rtlCol="0" anchor="t">
            <a:spAutoFit/>
          </a:bodyPr>
          <a:lstStyle/>
          <a:p>
            <a:pPr marL="0" lvl="0" indent="0" algn="l">
              <a:lnSpc>
                <a:spcPts val="8629"/>
              </a:lnSpc>
              <a:spcBef>
                <a:spcPct val="0"/>
              </a:spcBef>
            </a:pPr>
            <a:r>
              <a:rPr lang="en-US" sz="7191" dirty="0">
                <a:solidFill>
                  <a:srgbClr val="000000"/>
                </a:solidFill>
                <a:latin typeface="Press Start 2P"/>
                <a:ea typeface="Press Start 2P"/>
                <a:cs typeface="Press Start 2P"/>
                <a:sym typeface="Press Start 2P"/>
              </a:rPr>
              <a:t>Game Learning Model</a:t>
            </a:r>
            <a:endParaRPr lang="en-US" sz="7191" u="none" strike="noStrike" dirty="0">
              <a:solidFill>
                <a:srgbClr val="000000"/>
              </a:solidFill>
              <a:latin typeface="Press Start 2P"/>
              <a:ea typeface="Press Start 2P"/>
              <a:cs typeface="Press Start 2P"/>
              <a:sym typeface="Press Start 2P"/>
            </a:endParaRPr>
          </a:p>
        </p:txBody>
      </p:sp>
      <p:sp>
        <p:nvSpPr>
          <p:cNvPr id="12" name="Freeform 1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pic>
        <p:nvPicPr>
          <p:cNvPr id="7170" name="Picture 2" descr="Retro Love – A Trip Down Memory Lane With Street Fighter 2 - iXie Gaming">
            <a:extLst>
              <a:ext uri="{FF2B5EF4-FFF2-40B4-BE49-F238E27FC236}">
                <a16:creationId xmlns:a16="http://schemas.microsoft.com/office/drawing/2014/main" id="{9B84B526-F348-C83B-C9B9-B220E553A38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71601" y="3009900"/>
            <a:ext cx="7162799" cy="5451629"/>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descr="How to setup Open AI Baselines + Retro - On Windows and Linux |  videogames.ai">
            <a:extLst>
              <a:ext uri="{FF2B5EF4-FFF2-40B4-BE49-F238E27FC236}">
                <a16:creationId xmlns:a16="http://schemas.microsoft.com/office/drawing/2014/main" id="{AEC37D4F-4D2A-450B-C372-44A4EF3C2DF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167113" y="3009900"/>
            <a:ext cx="6858000" cy="547531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p:cNvSpPr/>
          <p:nvPr/>
        </p:nvSpPr>
        <p:spPr>
          <a:xfrm>
            <a:off x="16140898" y="2842008"/>
            <a:ext cx="580267" cy="988072"/>
          </a:xfrm>
          <a:custGeom>
            <a:avLst/>
            <a:gdLst/>
            <a:ahLst/>
            <a:cxnLst/>
            <a:rect l="l" t="t" r="r" b="b"/>
            <a:pathLst>
              <a:path w="580267" h="988072">
                <a:moveTo>
                  <a:pt x="0" y="0"/>
                </a:moveTo>
                <a:lnTo>
                  <a:pt x="580268" y="0"/>
                </a:lnTo>
                <a:lnTo>
                  <a:pt x="580268" y="988072"/>
                </a:lnTo>
                <a:lnTo>
                  <a:pt x="0" y="98807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p:cNvSpPr/>
          <p:nvPr/>
        </p:nvSpPr>
        <p:spPr>
          <a:xfrm>
            <a:off x="1028700" y="3010137"/>
            <a:ext cx="2643340" cy="3267049"/>
          </a:xfrm>
          <a:custGeom>
            <a:avLst/>
            <a:gdLst/>
            <a:ahLst/>
            <a:cxnLst/>
            <a:rect l="l" t="t" r="r" b="b"/>
            <a:pathLst>
              <a:path w="2643340" h="3267049">
                <a:moveTo>
                  <a:pt x="0" y="0"/>
                </a:moveTo>
                <a:lnTo>
                  <a:pt x="2643340" y="0"/>
                </a:lnTo>
                <a:lnTo>
                  <a:pt x="2643340" y="3267049"/>
                </a:lnTo>
                <a:lnTo>
                  <a:pt x="0" y="326704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p:cNvSpPr/>
          <p:nvPr/>
        </p:nvSpPr>
        <p:spPr>
          <a:xfrm>
            <a:off x="5941459" y="3010137"/>
            <a:ext cx="2643340" cy="3267049"/>
          </a:xfrm>
          <a:custGeom>
            <a:avLst/>
            <a:gdLst/>
            <a:ahLst/>
            <a:cxnLst/>
            <a:rect l="l" t="t" r="r" b="b"/>
            <a:pathLst>
              <a:path w="2643340" h="3267049">
                <a:moveTo>
                  <a:pt x="0" y="0"/>
                </a:moveTo>
                <a:lnTo>
                  <a:pt x="2643340" y="0"/>
                </a:lnTo>
                <a:lnTo>
                  <a:pt x="2643340" y="3267049"/>
                </a:lnTo>
                <a:lnTo>
                  <a:pt x="0" y="326704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Freeform 7"/>
          <p:cNvSpPr/>
          <p:nvPr/>
        </p:nvSpPr>
        <p:spPr>
          <a:xfrm>
            <a:off x="10966002" y="3010137"/>
            <a:ext cx="2643340" cy="3267049"/>
          </a:xfrm>
          <a:custGeom>
            <a:avLst/>
            <a:gdLst/>
            <a:ahLst/>
            <a:cxnLst/>
            <a:rect l="l" t="t" r="r" b="b"/>
            <a:pathLst>
              <a:path w="2643340" h="3267049">
                <a:moveTo>
                  <a:pt x="0" y="0"/>
                </a:moveTo>
                <a:lnTo>
                  <a:pt x="2643340" y="0"/>
                </a:lnTo>
                <a:lnTo>
                  <a:pt x="2643340" y="3267049"/>
                </a:lnTo>
                <a:lnTo>
                  <a:pt x="0" y="326704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Box 8"/>
          <p:cNvSpPr txBox="1"/>
          <p:nvPr/>
        </p:nvSpPr>
        <p:spPr>
          <a:xfrm>
            <a:off x="1028700" y="876472"/>
            <a:ext cx="15112198" cy="1096495"/>
          </a:xfrm>
          <a:prstGeom prst="rect">
            <a:avLst/>
          </a:prstGeom>
        </p:spPr>
        <p:txBody>
          <a:bodyPr lIns="0" tIns="0" rIns="0" bIns="0" rtlCol="0" anchor="t">
            <a:spAutoFit/>
          </a:bodyPr>
          <a:lstStyle/>
          <a:p>
            <a:pPr marL="0" marR="0" lvl="0" indent="0" algn="l" defTabSz="914400" rtl="0" eaLnBrk="1" fontAlgn="auto" latinLnBrk="0" hangingPunct="1">
              <a:lnSpc>
                <a:spcPts val="8629"/>
              </a:lnSpc>
              <a:spcBef>
                <a:spcPct val="0"/>
              </a:spcBef>
              <a:spcAft>
                <a:spcPts val="0"/>
              </a:spcAft>
              <a:buClrTx/>
              <a:buSzTx/>
              <a:buFontTx/>
              <a:buNone/>
              <a:tabLst/>
              <a:defRPr/>
            </a:pPr>
            <a:r>
              <a:rPr kumimoji="0" lang="en-US" sz="7191"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rPr>
              <a:t>Reward Function</a:t>
            </a:r>
          </a:p>
        </p:txBody>
      </p:sp>
      <p:sp>
        <p:nvSpPr>
          <p:cNvPr id="11" name="Freeform 11"/>
          <p:cNvSpPr/>
          <p:nvPr/>
        </p:nvSpPr>
        <p:spPr>
          <a:xfrm>
            <a:off x="6378370" y="3680740"/>
            <a:ext cx="1864270" cy="1796479"/>
          </a:xfrm>
          <a:custGeom>
            <a:avLst/>
            <a:gdLst/>
            <a:ahLst/>
            <a:cxnLst/>
            <a:rect l="l" t="t" r="r" b="b"/>
            <a:pathLst>
              <a:path w="1864270" h="1796479">
                <a:moveTo>
                  <a:pt x="0" y="0"/>
                </a:moveTo>
                <a:lnTo>
                  <a:pt x="1864271" y="0"/>
                </a:lnTo>
                <a:lnTo>
                  <a:pt x="1864271" y="1796479"/>
                </a:lnTo>
                <a:lnTo>
                  <a:pt x="0" y="1796479"/>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12"/>
          <p:cNvSpPr/>
          <p:nvPr/>
        </p:nvSpPr>
        <p:spPr>
          <a:xfrm>
            <a:off x="11244254" y="3590624"/>
            <a:ext cx="2052775" cy="1787781"/>
          </a:xfrm>
          <a:custGeom>
            <a:avLst/>
            <a:gdLst/>
            <a:ahLst/>
            <a:cxnLst/>
            <a:rect l="l" t="t" r="r" b="b"/>
            <a:pathLst>
              <a:path w="2052775" h="1787781">
                <a:moveTo>
                  <a:pt x="0" y="0"/>
                </a:moveTo>
                <a:lnTo>
                  <a:pt x="2052775" y="0"/>
                </a:lnTo>
                <a:lnTo>
                  <a:pt x="2052775" y="1787781"/>
                </a:lnTo>
                <a:lnTo>
                  <a:pt x="0" y="1787781"/>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Freeform 13"/>
          <p:cNvSpPr/>
          <p:nvPr/>
        </p:nvSpPr>
        <p:spPr>
          <a:xfrm>
            <a:off x="1445156" y="3813395"/>
            <a:ext cx="1619505" cy="1531168"/>
          </a:xfrm>
          <a:custGeom>
            <a:avLst/>
            <a:gdLst/>
            <a:ahLst/>
            <a:cxnLst/>
            <a:rect l="l" t="t" r="r" b="b"/>
            <a:pathLst>
              <a:path w="1619505" h="1531168">
                <a:moveTo>
                  <a:pt x="0" y="0"/>
                </a:moveTo>
                <a:lnTo>
                  <a:pt x="1619505" y="0"/>
                </a:lnTo>
                <a:lnTo>
                  <a:pt x="1619505" y="1531168"/>
                </a:lnTo>
                <a:lnTo>
                  <a:pt x="0" y="1531168"/>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Box 14"/>
          <p:cNvSpPr txBox="1"/>
          <p:nvPr/>
        </p:nvSpPr>
        <p:spPr>
          <a:xfrm>
            <a:off x="1028700" y="6953461"/>
            <a:ext cx="3680072" cy="471283"/>
          </a:xfrm>
          <a:prstGeom prst="rect">
            <a:avLst/>
          </a:prstGeom>
        </p:spPr>
        <p:txBody>
          <a:bodyPr lIns="0" tIns="0" rIns="0" bIns="0" rtlCol="0" anchor="t">
            <a:spAutoFit/>
          </a:bodyPr>
          <a:lstStyle/>
          <a:p>
            <a:pPr marL="0" marR="0" lvl="0" indent="0" algn="l" defTabSz="914400" rtl="0" eaLnBrk="1" fontAlgn="auto" latinLnBrk="0" hangingPunct="1">
              <a:lnSpc>
                <a:spcPts val="4851"/>
              </a:lnSpc>
              <a:spcBef>
                <a:spcPct val="0"/>
              </a:spcBef>
              <a:spcAft>
                <a:spcPts val="0"/>
              </a:spcAft>
              <a:buClrTx/>
              <a:buSzTx/>
              <a:buFontTx/>
              <a:buNone/>
              <a:tabLst/>
              <a:defRPr/>
            </a:pPr>
            <a:r>
              <a:rPr kumimoji="0" lang="en-US" sz="4042"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rPr>
              <a:t>Lost</a:t>
            </a:r>
          </a:p>
        </p:txBody>
      </p:sp>
      <p:sp>
        <p:nvSpPr>
          <p:cNvPr id="15" name="TextBox 15"/>
          <p:cNvSpPr txBox="1"/>
          <p:nvPr/>
        </p:nvSpPr>
        <p:spPr>
          <a:xfrm>
            <a:off x="5988836" y="6953461"/>
            <a:ext cx="4221964" cy="471283"/>
          </a:xfrm>
          <a:prstGeom prst="rect">
            <a:avLst/>
          </a:prstGeom>
        </p:spPr>
        <p:txBody>
          <a:bodyPr wrap="square" lIns="0" tIns="0" rIns="0" bIns="0" rtlCol="0" anchor="t">
            <a:spAutoFit/>
          </a:bodyPr>
          <a:lstStyle/>
          <a:p>
            <a:pPr marL="0" marR="0" lvl="0" indent="0" algn="l" defTabSz="914400" rtl="0" eaLnBrk="1" fontAlgn="auto" latinLnBrk="0" hangingPunct="1">
              <a:lnSpc>
                <a:spcPts val="4851"/>
              </a:lnSpc>
              <a:spcBef>
                <a:spcPct val="0"/>
              </a:spcBef>
              <a:spcAft>
                <a:spcPts val="0"/>
              </a:spcAft>
              <a:buClrTx/>
              <a:buSzTx/>
              <a:buFontTx/>
              <a:buNone/>
              <a:tabLst/>
              <a:defRPr/>
            </a:pPr>
            <a:r>
              <a:rPr kumimoji="0" lang="en-US" sz="4042"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rPr>
              <a:t>Fighting</a:t>
            </a:r>
          </a:p>
        </p:txBody>
      </p:sp>
      <p:sp>
        <p:nvSpPr>
          <p:cNvPr id="16" name="TextBox 16"/>
          <p:cNvSpPr txBox="1"/>
          <p:nvPr/>
        </p:nvSpPr>
        <p:spPr>
          <a:xfrm>
            <a:off x="10948971" y="6953461"/>
            <a:ext cx="3680072" cy="471283"/>
          </a:xfrm>
          <a:prstGeom prst="rect">
            <a:avLst/>
          </a:prstGeom>
        </p:spPr>
        <p:txBody>
          <a:bodyPr lIns="0" tIns="0" rIns="0" bIns="0" rtlCol="0" anchor="t">
            <a:spAutoFit/>
          </a:bodyPr>
          <a:lstStyle/>
          <a:p>
            <a:pPr marL="0" marR="0" lvl="0" indent="0" algn="l" defTabSz="914400" rtl="0" eaLnBrk="1" fontAlgn="auto" latinLnBrk="0" hangingPunct="1">
              <a:lnSpc>
                <a:spcPts val="4851"/>
              </a:lnSpc>
              <a:spcBef>
                <a:spcPct val="0"/>
              </a:spcBef>
              <a:spcAft>
                <a:spcPts val="0"/>
              </a:spcAft>
              <a:buClrTx/>
              <a:buSzTx/>
              <a:buFontTx/>
              <a:buNone/>
              <a:tabLst/>
              <a:defRPr/>
            </a:pPr>
            <a:r>
              <a:rPr kumimoji="0" lang="en-US" sz="4042"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rPr>
              <a:t>Win</a:t>
            </a:r>
          </a:p>
        </p:txBody>
      </p:sp>
      <p:sp>
        <p:nvSpPr>
          <p:cNvPr id="17" name="TextBox 17"/>
          <p:cNvSpPr txBox="1"/>
          <p:nvPr/>
        </p:nvSpPr>
        <p:spPr>
          <a:xfrm>
            <a:off x="1028700" y="7684600"/>
            <a:ext cx="5320741" cy="292965"/>
          </a:xfrm>
          <a:prstGeom prst="rect">
            <a:avLst/>
          </a:prstGeom>
        </p:spPr>
        <p:txBody>
          <a:bodyPr lIns="0" tIns="0" rIns="0" bIns="0" rtlCol="0" anchor="t">
            <a:spAutoFit/>
          </a:bodyPr>
          <a:lstStyle/>
          <a:p>
            <a:pPr marL="0" marR="0" lvl="0" indent="0" algn="l" defTabSz="914400" rtl="0" eaLnBrk="1" fontAlgn="auto" latinLnBrk="0" hangingPunct="1">
              <a:lnSpc>
                <a:spcPts val="2519"/>
              </a:lnSpc>
              <a:spcBef>
                <a:spcPct val="0"/>
              </a:spcBef>
              <a:spcAft>
                <a:spcPts val="0"/>
              </a:spcAft>
              <a:buClrTx/>
              <a:buSzTx/>
              <a:buFontTx/>
              <a:buNone/>
              <a:tabLst/>
              <a:defRPr/>
            </a:pPr>
            <a:r>
              <a:rPr kumimoji="0" lang="en-US" sz="1799" b="0" i="0" u="none" strike="noStrike" kern="1200" cap="none" spc="0" normalizeH="0" baseline="0" noProof="0" dirty="0">
                <a:ln>
                  <a:noFill/>
                </a:ln>
                <a:solidFill>
                  <a:srgbClr val="000000"/>
                </a:solidFill>
                <a:effectLst/>
                <a:uLnTx/>
                <a:uFillTx/>
                <a:latin typeface="Arimo"/>
                <a:ea typeface="Arimo"/>
                <a:cs typeface="Arimo"/>
                <a:sym typeface="Arimo"/>
              </a:rPr>
              <a:t>Get the Negative Reward</a:t>
            </a:r>
          </a:p>
        </p:txBody>
      </p:sp>
      <p:sp>
        <p:nvSpPr>
          <p:cNvPr id="18" name="TextBox 18"/>
          <p:cNvSpPr txBox="1"/>
          <p:nvPr/>
        </p:nvSpPr>
        <p:spPr>
          <a:xfrm>
            <a:off x="5988836" y="7684600"/>
            <a:ext cx="5320741" cy="292965"/>
          </a:xfrm>
          <a:prstGeom prst="rect">
            <a:avLst/>
          </a:prstGeom>
        </p:spPr>
        <p:txBody>
          <a:bodyPr lIns="0" tIns="0" rIns="0" bIns="0" rtlCol="0" anchor="t">
            <a:spAutoFit/>
          </a:bodyPr>
          <a:lstStyle/>
          <a:p>
            <a:pPr marL="0" marR="0" lvl="0" indent="0" algn="l" defTabSz="914400" rtl="0" eaLnBrk="1" fontAlgn="auto" latinLnBrk="0" hangingPunct="1">
              <a:lnSpc>
                <a:spcPts val="2519"/>
              </a:lnSpc>
              <a:spcBef>
                <a:spcPct val="0"/>
              </a:spcBef>
              <a:spcAft>
                <a:spcPts val="0"/>
              </a:spcAft>
              <a:buClrTx/>
              <a:buSzTx/>
              <a:buFontTx/>
              <a:buNone/>
              <a:tabLst/>
              <a:defRPr/>
            </a:pPr>
            <a:r>
              <a:rPr kumimoji="0" lang="en-US" sz="1799" b="0" i="0" u="none" strike="noStrike" kern="1200" cap="none" spc="0" normalizeH="0" baseline="0" noProof="0" dirty="0">
                <a:ln>
                  <a:noFill/>
                </a:ln>
                <a:solidFill>
                  <a:srgbClr val="000000"/>
                </a:solidFill>
                <a:effectLst/>
                <a:uLnTx/>
                <a:uFillTx/>
                <a:latin typeface="Arimo"/>
                <a:ea typeface="Arimo"/>
                <a:cs typeface="Arimo"/>
                <a:sym typeface="Arimo"/>
              </a:rPr>
              <a:t>Get the HP Delta </a:t>
            </a:r>
          </a:p>
        </p:txBody>
      </p:sp>
      <p:sp>
        <p:nvSpPr>
          <p:cNvPr id="19" name="TextBox 19"/>
          <p:cNvSpPr txBox="1"/>
          <p:nvPr/>
        </p:nvSpPr>
        <p:spPr>
          <a:xfrm>
            <a:off x="10948971" y="7684600"/>
            <a:ext cx="5320741" cy="292965"/>
          </a:xfrm>
          <a:prstGeom prst="rect">
            <a:avLst/>
          </a:prstGeom>
        </p:spPr>
        <p:txBody>
          <a:bodyPr lIns="0" tIns="0" rIns="0" bIns="0" rtlCol="0" anchor="t">
            <a:spAutoFit/>
          </a:bodyPr>
          <a:lstStyle/>
          <a:p>
            <a:pPr marL="0" marR="0" lvl="0" indent="0" algn="l" defTabSz="914400" rtl="0" eaLnBrk="1" fontAlgn="auto" latinLnBrk="0" hangingPunct="1">
              <a:lnSpc>
                <a:spcPts val="2519"/>
              </a:lnSpc>
              <a:spcBef>
                <a:spcPct val="0"/>
              </a:spcBef>
              <a:spcAft>
                <a:spcPts val="0"/>
              </a:spcAft>
              <a:buClrTx/>
              <a:buSzTx/>
              <a:buFontTx/>
              <a:buNone/>
              <a:tabLst/>
              <a:defRPr/>
            </a:pPr>
            <a:r>
              <a:rPr kumimoji="0" lang="en-US" sz="1799" b="0" i="0" u="none" strike="noStrike" kern="1200" cap="none" spc="0" normalizeH="0" baseline="0" noProof="0" dirty="0">
                <a:ln>
                  <a:noFill/>
                </a:ln>
                <a:solidFill>
                  <a:srgbClr val="000000"/>
                </a:solidFill>
                <a:effectLst/>
                <a:uLnTx/>
                <a:uFillTx/>
                <a:latin typeface="Arimo"/>
                <a:ea typeface="Arimo"/>
                <a:cs typeface="Arimo"/>
                <a:sym typeface="Arimo"/>
              </a:rPr>
              <a:t>Get the Positive Reward</a:t>
            </a:r>
          </a:p>
        </p:txBody>
      </p:sp>
      <p:grpSp>
        <p:nvGrpSpPr>
          <p:cNvPr id="20" name="Group 20"/>
          <p:cNvGrpSpPr/>
          <p:nvPr/>
        </p:nvGrpSpPr>
        <p:grpSpPr>
          <a:xfrm>
            <a:off x="15479422" y="8038930"/>
            <a:ext cx="2116743" cy="805852"/>
            <a:chOff x="0" y="0"/>
            <a:chExt cx="2822324" cy="1074469"/>
          </a:xfrm>
        </p:grpSpPr>
        <p:sp>
          <p:nvSpPr>
            <p:cNvPr id="21" name="Freeform 21"/>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Freeform 22"/>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5"/>
          <p:cNvSpPr txBox="1"/>
          <p:nvPr/>
        </p:nvSpPr>
        <p:spPr>
          <a:xfrm>
            <a:off x="7848600" y="2890160"/>
            <a:ext cx="10682482" cy="1102866"/>
          </a:xfrm>
          <a:prstGeom prst="rect">
            <a:avLst/>
          </a:prstGeom>
        </p:spPr>
        <p:txBody>
          <a:bodyPr wrap="square" lIns="0" tIns="0" rIns="0" bIns="0" rtlCol="0" anchor="t">
            <a:spAutoFit/>
          </a:bodyPr>
          <a:lstStyle/>
          <a:p>
            <a:pPr marL="0" marR="0" lvl="0" indent="0" algn="l" defTabSz="914400" rtl="0" eaLnBrk="1" fontAlgn="auto" latinLnBrk="0" hangingPunct="1">
              <a:lnSpc>
                <a:spcPts val="8629"/>
              </a:lnSpc>
              <a:spcBef>
                <a:spcPct val="0"/>
              </a:spcBef>
              <a:spcAft>
                <a:spcPts val="0"/>
              </a:spcAft>
              <a:buClrTx/>
              <a:buSzTx/>
              <a:buFontTx/>
              <a:buNone/>
              <a:tabLst/>
              <a:defRPr/>
            </a:pPr>
            <a:r>
              <a:rPr kumimoji="0" lang="en-US" sz="7191"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rPr>
              <a:t>Why </a:t>
            </a:r>
            <a:r>
              <a:rPr kumimoji="0" lang="en-US" sz="7191" b="0" i="0" u="none" strike="noStrike" kern="1200" cap="none" spc="0" normalizeH="0" baseline="0" noProof="0" dirty="0" err="1">
                <a:ln>
                  <a:noFill/>
                </a:ln>
                <a:solidFill>
                  <a:srgbClr val="000000"/>
                </a:solidFill>
                <a:effectLst/>
                <a:uLnTx/>
                <a:uFillTx/>
                <a:latin typeface="Press Start 2P"/>
                <a:ea typeface="Press Start 2P"/>
                <a:cs typeface="Press Start 2P"/>
                <a:sym typeface="Press Start 2P"/>
              </a:rPr>
              <a:t>M.Bison</a:t>
            </a:r>
            <a:endParaRPr kumimoji="0" lang="en-US" sz="7191"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endParaRPr>
          </a:p>
        </p:txBody>
      </p:sp>
      <p:sp>
        <p:nvSpPr>
          <p:cNvPr id="7" name="Freeform 7"/>
          <p:cNvSpPr/>
          <p:nvPr/>
        </p:nvSpPr>
        <p:spPr>
          <a:xfrm>
            <a:off x="7076347" y="598717"/>
            <a:ext cx="6420934" cy="1564373"/>
          </a:xfrm>
          <a:custGeom>
            <a:avLst/>
            <a:gdLst/>
            <a:ahLst/>
            <a:cxnLst/>
            <a:rect l="l" t="t" r="r" b="b"/>
            <a:pathLst>
              <a:path w="6420934" h="1564373">
                <a:moveTo>
                  <a:pt x="0" y="0"/>
                </a:moveTo>
                <a:lnTo>
                  <a:pt x="6420934" y="0"/>
                </a:lnTo>
                <a:lnTo>
                  <a:pt x="6420934" y="1564373"/>
                </a:lnTo>
                <a:lnTo>
                  <a:pt x="0" y="156437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Freeform 9"/>
          <p:cNvSpPr/>
          <p:nvPr/>
        </p:nvSpPr>
        <p:spPr>
          <a:xfrm>
            <a:off x="9996680" y="7148058"/>
            <a:ext cx="580267" cy="988072"/>
          </a:xfrm>
          <a:custGeom>
            <a:avLst/>
            <a:gdLst/>
            <a:ahLst/>
            <a:cxnLst/>
            <a:rect l="l" t="t" r="r" b="b"/>
            <a:pathLst>
              <a:path w="580267" h="988072">
                <a:moveTo>
                  <a:pt x="0" y="0"/>
                </a:moveTo>
                <a:lnTo>
                  <a:pt x="580268" y="0"/>
                </a:lnTo>
                <a:lnTo>
                  <a:pt x="580268" y="988071"/>
                </a:lnTo>
                <a:lnTo>
                  <a:pt x="0" y="988071"/>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Box 6">
            <a:extLst>
              <a:ext uri="{FF2B5EF4-FFF2-40B4-BE49-F238E27FC236}">
                <a16:creationId xmlns:a16="http://schemas.microsoft.com/office/drawing/2014/main" id="{9B489E50-E766-6A92-EF7C-B161549E2473}"/>
              </a:ext>
            </a:extLst>
          </p:cNvPr>
          <p:cNvSpPr txBox="1"/>
          <p:nvPr/>
        </p:nvSpPr>
        <p:spPr>
          <a:xfrm>
            <a:off x="8213257" y="4610100"/>
            <a:ext cx="9242971" cy="2872581"/>
          </a:xfrm>
          <a:prstGeom prst="rect">
            <a:avLst/>
          </a:prstGeom>
        </p:spPr>
        <p:txBody>
          <a:bodyPr wrap="square" lIns="0" tIns="0" rIns="0" bIns="0" rtlCol="0" anchor="t">
            <a:spAutoFit/>
          </a:bodyPr>
          <a:lstStyle/>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Difficult</a:t>
            </a:r>
          </a:p>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Cheating</a:t>
            </a:r>
          </a:p>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Challenge</a:t>
            </a:r>
          </a:p>
          <a:p>
            <a:pPr marL="0" lvl="0" indent="0" algn="l">
              <a:lnSpc>
                <a:spcPts val="5618"/>
              </a:lnSpc>
              <a:spcBef>
                <a:spcPct val="0"/>
              </a:spcBef>
            </a:pPr>
            <a:endParaRPr lang="en-US" sz="4682" dirty="0">
              <a:solidFill>
                <a:srgbClr val="000000"/>
              </a:solidFill>
              <a:latin typeface="Press Start 2P"/>
              <a:ea typeface="Press Start 2P"/>
              <a:cs typeface="Press Start 2P"/>
              <a:sym typeface="Press Start 2P"/>
            </a:endParaRPr>
          </a:p>
        </p:txBody>
      </p:sp>
      <p:pic>
        <p:nvPicPr>
          <p:cNvPr id="1028" name="Picture 4">
            <a:extLst>
              <a:ext uri="{FF2B5EF4-FFF2-40B4-BE49-F238E27FC236}">
                <a16:creationId xmlns:a16="http://schemas.microsoft.com/office/drawing/2014/main" id="{C2B0F3D7-67D5-9737-0CA7-076708374EA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14400" y="2852060"/>
            <a:ext cx="4963886" cy="43434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a:off x="1712883" y="7388112"/>
            <a:ext cx="1713460" cy="1870188"/>
          </a:xfrm>
          <a:custGeom>
            <a:avLst/>
            <a:gdLst/>
            <a:ahLst/>
            <a:cxnLst/>
            <a:rect l="l" t="t" r="r" b="b"/>
            <a:pathLst>
              <a:path w="3051662" h="4741282">
                <a:moveTo>
                  <a:pt x="0" y="0"/>
                </a:moveTo>
                <a:lnTo>
                  <a:pt x="3051661" y="0"/>
                </a:lnTo>
                <a:lnTo>
                  <a:pt x="3051661" y="4741282"/>
                </a:lnTo>
                <a:lnTo>
                  <a:pt x="0" y="4741282"/>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5" name="TextBox 5"/>
          <p:cNvSpPr txBox="1"/>
          <p:nvPr/>
        </p:nvSpPr>
        <p:spPr>
          <a:xfrm>
            <a:off x="3919405" y="655257"/>
            <a:ext cx="11560016" cy="827150"/>
          </a:xfrm>
          <a:prstGeom prst="rect">
            <a:avLst/>
          </a:prstGeom>
        </p:spPr>
        <p:txBody>
          <a:bodyPr wrap="square" lIns="0" tIns="0" rIns="0" bIns="0" rtlCol="0" anchor="t">
            <a:spAutoFit/>
          </a:bodyPr>
          <a:lstStyle/>
          <a:p>
            <a:pPr marL="0" lvl="0" indent="0" algn="l">
              <a:lnSpc>
                <a:spcPts val="8629"/>
              </a:lnSpc>
              <a:spcBef>
                <a:spcPct val="0"/>
              </a:spcBef>
            </a:pPr>
            <a:r>
              <a:rPr lang="en-US" sz="6000" u="none" strike="noStrike" dirty="0">
                <a:solidFill>
                  <a:srgbClr val="000000"/>
                </a:solidFill>
                <a:latin typeface="Press Start 2P"/>
                <a:ea typeface="Press Start 2P"/>
                <a:cs typeface="Press Start 2P"/>
                <a:sym typeface="Press Start 2P"/>
              </a:rPr>
              <a:t>Model Training</a:t>
            </a:r>
          </a:p>
        </p:txBody>
      </p:sp>
      <p:sp>
        <p:nvSpPr>
          <p:cNvPr id="6" name="TextBox 6"/>
          <p:cNvSpPr txBox="1"/>
          <p:nvPr/>
        </p:nvSpPr>
        <p:spPr>
          <a:xfrm>
            <a:off x="1405181" y="3425030"/>
            <a:ext cx="3319219" cy="4308872"/>
          </a:xfrm>
          <a:prstGeom prst="rect">
            <a:avLst/>
          </a:prstGeom>
        </p:spPr>
        <p:txBody>
          <a:bodyPr wrap="square" lIns="0" tIns="0" rIns="0" bIns="0" rtlCol="0" anchor="t">
            <a:spAutoFit/>
          </a:bodyPr>
          <a:lstStyle/>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1M</a:t>
            </a:r>
          </a:p>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2M</a:t>
            </a:r>
          </a:p>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2.5M</a:t>
            </a:r>
          </a:p>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3M</a:t>
            </a:r>
          </a:p>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7M</a:t>
            </a:r>
          </a:p>
          <a:p>
            <a:pPr marL="0" lvl="0" indent="0" algn="l">
              <a:lnSpc>
                <a:spcPts val="5618"/>
              </a:lnSpc>
              <a:spcBef>
                <a:spcPct val="0"/>
              </a:spcBef>
            </a:pPr>
            <a:endParaRPr lang="en-US" sz="4682" dirty="0">
              <a:solidFill>
                <a:srgbClr val="000000"/>
              </a:solidFill>
              <a:latin typeface="Press Start 2P"/>
              <a:ea typeface="Press Start 2P"/>
              <a:cs typeface="Press Start 2P"/>
              <a:sym typeface="Press Start 2P"/>
            </a:endParaRPr>
          </a:p>
        </p:txBody>
      </p:sp>
      <p:sp>
        <p:nvSpPr>
          <p:cNvPr id="8" name="TextBox 8"/>
          <p:cNvSpPr txBox="1"/>
          <p:nvPr/>
        </p:nvSpPr>
        <p:spPr>
          <a:xfrm>
            <a:off x="13265463" y="659710"/>
            <a:ext cx="2676404" cy="722739"/>
          </a:xfrm>
          <a:prstGeom prst="rect">
            <a:avLst/>
          </a:prstGeom>
        </p:spPr>
        <p:txBody>
          <a:bodyPr lIns="0" tIns="0" rIns="0" bIns="0" rtlCol="0" anchor="t">
            <a:spAutoFit/>
          </a:bodyPr>
          <a:lstStyle/>
          <a:p>
            <a:pPr marL="0" lvl="0" indent="0" algn="l">
              <a:lnSpc>
                <a:spcPts val="5618"/>
              </a:lnSpc>
              <a:spcBef>
                <a:spcPct val="0"/>
              </a:spcBef>
            </a:pPr>
            <a:r>
              <a:rPr lang="en-US" sz="4682" dirty="0">
                <a:solidFill>
                  <a:srgbClr val="000000"/>
                </a:solidFill>
                <a:latin typeface="Press Start 2P"/>
                <a:ea typeface="Press Start 2P"/>
                <a:cs typeface="Press Start 2P"/>
                <a:sym typeface="Press Start 2P"/>
              </a:rPr>
              <a:t> </a:t>
            </a:r>
          </a:p>
        </p:txBody>
      </p:sp>
      <p:sp>
        <p:nvSpPr>
          <p:cNvPr id="10" name="Freeform 10"/>
          <p:cNvSpPr/>
          <p:nvPr/>
        </p:nvSpPr>
        <p:spPr>
          <a:xfrm>
            <a:off x="6292153" y="816718"/>
            <a:ext cx="580267" cy="988072"/>
          </a:xfrm>
          <a:custGeom>
            <a:avLst/>
            <a:gdLst/>
            <a:ahLst/>
            <a:cxnLst/>
            <a:rect l="l" t="t" r="r" b="b"/>
            <a:pathLst>
              <a:path w="580267" h="988072">
                <a:moveTo>
                  <a:pt x="0" y="0"/>
                </a:moveTo>
                <a:lnTo>
                  <a:pt x="580268" y="0"/>
                </a:lnTo>
                <a:lnTo>
                  <a:pt x="580268" y="988072"/>
                </a:lnTo>
                <a:lnTo>
                  <a:pt x="0" y="988072"/>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grpSp>
        <p:nvGrpSpPr>
          <p:cNvPr id="11" name="Group 11"/>
          <p:cNvGrpSpPr/>
          <p:nvPr/>
        </p:nvGrpSpPr>
        <p:grpSpPr>
          <a:xfrm>
            <a:off x="15479422" y="7953394"/>
            <a:ext cx="2116743" cy="805852"/>
            <a:chOff x="0" y="0"/>
            <a:chExt cx="2822324" cy="1074469"/>
          </a:xfrm>
        </p:grpSpPr>
        <p:sp>
          <p:nvSpPr>
            <p:cNvPr id="12" name="Freeform 12"/>
            <p:cNvSpPr/>
            <p:nvPr/>
          </p:nvSpPr>
          <p:spPr>
            <a:xfrm rot="-5400000">
              <a:off x="37627" y="-37627"/>
              <a:ext cx="1074469" cy="1149724"/>
            </a:xfrm>
            <a:custGeom>
              <a:avLst/>
              <a:gdLst/>
              <a:ahLst/>
              <a:cxnLst/>
              <a:rect l="l" t="t" r="r" b="b"/>
              <a:pathLst>
                <a:path w="1074469" h="1149724">
                  <a:moveTo>
                    <a:pt x="0" y="0"/>
                  </a:moveTo>
                  <a:lnTo>
                    <a:pt x="1074470" y="0"/>
                  </a:lnTo>
                  <a:lnTo>
                    <a:pt x="1074470" y="1149724"/>
                  </a:lnTo>
                  <a:lnTo>
                    <a:pt x="0" y="11497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13" name="Freeform 13"/>
            <p:cNvSpPr/>
            <p:nvPr/>
          </p:nvSpPr>
          <p:spPr>
            <a:xfrm rot="5400000">
              <a:off x="1710228" y="-37627"/>
              <a:ext cx="1074469" cy="1149724"/>
            </a:xfrm>
            <a:custGeom>
              <a:avLst/>
              <a:gdLst/>
              <a:ahLst/>
              <a:cxnLst/>
              <a:rect l="l" t="t" r="r" b="b"/>
              <a:pathLst>
                <a:path w="1074469" h="1149724">
                  <a:moveTo>
                    <a:pt x="0" y="0"/>
                  </a:moveTo>
                  <a:lnTo>
                    <a:pt x="1074469" y="0"/>
                  </a:lnTo>
                  <a:lnTo>
                    <a:pt x="1074469" y="1149724"/>
                  </a:lnTo>
                  <a:lnTo>
                    <a:pt x="0" y="114972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grpSp>
      <p:pic>
        <p:nvPicPr>
          <p:cNvPr id="14" name="Picture 13">
            <a:extLst>
              <a:ext uri="{FF2B5EF4-FFF2-40B4-BE49-F238E27FC236}">
                <a16:creationId xmlns:a16="http://schemas.microsoft.com/office/drawing/2014/main" id="{C1CA14F1-DB9B-D0CF-96CA-01D0C31484CD}"/>
              </a:ext>
            </a:extLst>
          </p:cNvPr>
          <p:cNvPicPr>
            <a:picLocks noChangeAspect="1"/>
          </p:cNvPicPr>
          <p:nvPr/>
        </p:nvPicPr>
        <p:blipFill>
          <a:blip r:embed="rId12"/>
          <a:stretch>
            <a:fillRect/>
          </a:stretch>
        </p:blipFill>
        <p:spPr>
          <a:xfrm>
            <a:off x="5084774" y="1988692"/>
            <a:ext cx="12586780" cy="577928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2FCFC"/>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5314622" y="1268071"/>
            <a:ext cx="7610730" cy="4283491"/>
          </a:xfrm>
          <a:custGeom>
            <a:avLst/>
            <a:gdLst/>
            <a:ahLst/>
            <a:cxnLst/>
            <a:rect l="l" t="t" r="r" b="b"/>
            <a:pathLst>
              <a:path w="7610730" h="4283491">
                <a:moveTo>
                  <a:pt x="0" y="0"/>
                </a:moveTo>
                <a:lnTo>
                  <a:pt x="7610730" y="0"/>
                </a:lnTo>
                <a:lnTo>
                  <a:pt x="7610730" y="4283490"/>
                </a:lnTo>
                <a:lnTo>
                  <a:pt x="0" y="4283490"/>
                </a:lnTo>
                <a:lnTo>
                  <a:pt x="0" y="0"/>
                </a:lnTo>
                <a:close/>
              </a:path>
            </a:pathLst>
          </a:custGeom>
          <a:blipFill>
            <a:blip r:embed="rId4"/>
            <a:stretch>
              <a:fillRect t="-11663" b="-6935"/>
            </a:stretch>
          </a:blipFill>
        </p:spPr>
        <p:txBody>
          <a:bodyPr/>
          <a:lstStyle/>
          <a:p>
            <a:endParaRPr lang="en-GB"/>
          </a:p>
        </p:txBody>
      </p:sp>
      <p:sp>
        <p:nvSpPr>
          <p:cNvPr id="4" name="Freeform 4"/>
          <p:cNvSpPr/>
          <p:nvPr/>
        </p:nvSpPr>
        <p:spPr>
          <a:xfrm>
            <a:off x="5014859" y="1028700"/>
            <a:ext cx="8274029" cy="5310422"/>
          </a:xfrm>
          <a:custGeom>
            <a:avLst/>
            <a:gdLst/>
            <a:ahLst/>
            <a:cxnLst/>
            <a:rect l="l" t="t" r="r" b="b"/>
            <a:pathLst>
              <a:path w="8274029" h="5310422">
                <a:moveTo>
                  <a:pt x="0" y="0"/>
                </a:moveTo>
                <a:lnTo>
                  <a:pt x="8274029" y="0"/>
                </a:lnTo>
                <a:lnTo>
                  <a:pt x="8274029" y="5310422"/>
                </a:lnTo>
                <a:lnTo>
                  <a:pt x="0" y="531042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GB"/>
          </a:p>
        </p:txBody>
      </p:sp>
      <p:sp>
        <p:nvSpPr>
          <p:cNvPr id="5" name="Freeform 5"/>
          <p:cNvSpPr/>
          <p:nvPr/>
        </p:nvSpPr>
        <p:spPr>
          <a:xfrm>
            <a:off x="14247232" y="2069203"/>
            <a:ext cx="6790012" cy="1654294"/>
          </a:xfrm>
          <a:custGeom>
            <a:avLst/>
            <a:gdLst/>
            <a:ahLst/>
            <a:cxnLst/>
            <a:rect l="l" t="t" r="r" b="b"/>
            <a:pathLst>
              <a:path w="6790012" h="1654294">
                <a:moveTo>
                  <a:pt x="0" y="0"/>
                </a:moveTo>
                <a:lnTo>
                  <a:pt x="6790012" y="0"/>
                </a:lnTo>
                <a:lnTo>
                  <a:pt x="6790012" y="1654294"/>
                </a:lnTo>
                <a:lnTo>
                  <a:pt x="0" y="16542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6" name="Freeform 6"/>
          <p:cNvSpPr/>
          <p:nvPr/>
        </p:nvSpPr>
        <p:spPr>
          <a:xfrm>
            <a:off x="-3089407" y="4724414"/>
            <a:ext cx="6790012" cy="1654294"/>
          </a:xfrm>
          <a:custGeom>
            <a:avLst/>
            <a:gdLst/>
            <a:ahLst/>
            <a:cxnLst/>
            <a:rect l="l" t="t" r="r" b="b"/>
            <a:pathLst>
              <a:path w="6790012" h="1654294">
                <a:moveTo>
                  <a:pt x="0" y="0"/>
                </a:moveTo>
                <a:lnTo>
                  <a:pt x="6790012" y="0"/>
                </a:lnTo>
                <a:lnTo>
                  <a:pt x="6790012" y="1654294"/>
                </a:lnTo>
                <a:lnTo>
                  <a:pt x="0" y="1654294"/>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GB"/>
          </a:p>
        </p:txBody>
      </p:sp>
      <p:sp>
        <p:nvSpPr>
          <p:cNvPr id="7" name="Freeform 7"/>
          <p:cNvSpPr/>
          <p:nvPr/>
        </p:nvSpPr>
        <p:spPr>
          <a:xfrm>
            <a:off x="2669355" y="2320477"/>
            <a:ext cx="580267" cy="988072"/>
          </a:xfrm>
          <a:custGeom>
            <a:avLst/>
            <a:gdLst/>
            <a:ahLst/>
            <a:cxnLst/>
            <a:rect l="l" t="t" r="r" b="b"/>
            <a:pathLst>
              <a:path w="580267" h="988072">
                <a:moveTo>
                  <a:pt x="0" y="0"/>
                </a:moveTo>
                <a:lnTo>
                  <a:pt x="580267" y="0"/>
                </a:lnTo>
                <a:lnTo>
                  <a:pt x="580267" y="988072"/>
                </a:lnTo>
                <a:lnTo>
                  <a:pt x="0" y="988072"/>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GB"/>
          </a:p>
        </p:txBody>
      </p:sp>
      <p:sp>
        <p:nvSpPr>
          <p:cNvPr id="8" name="Freeform 8"/>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GB"/>
          </a:p>
        </p:txBody>
      </p:sp>
      <p:sp>
        <p:nvSpPr>
          <p:cNvPr id="9" name="TextBox 9"/>
          <p:cNvSpPr txBox="1"/>
          <p:nvPr/>
        </p:nvSpPr>
        <p:spPr>
          <a:xfrm>
            <a:off x="1701974" y="6720488"/>
            <a:ext cx="15557326" cy="1102866"/>
          </a:xfrm>
          <a:prstGeom prst="rect">
            <a:avLst/>
          </a:prstGeom>
        </p:spPr>
        <p:txBody>
          <a:bodyPr lIns="0" tIns="0" rIns="0" bIns="0" rtlCol="0" anchor="t">
            <a:spAutoFit/>
          </a:bodyPr>
          <a:lstStyle/>
          <a:p>
            <a:pPr marL="0" lvl="0" indent="0" algn="ctr">
              <a:lnSpc>
                <a:spcPts val="8629"/>
              </a:lnSpc>
              <a:spcBef>
                <a:spcPct val="0"/>
              </a:spcBef>
            </a:pPr>
            <a:r>
              <a:rPr lang="en-US" sz="7191" u="none" strike="noStrike" dirty="0">
                <a:solidFill>
                  <a:srgbClr val="000000"/>
                </a:solidFill>
                <a:latin typeface="Press Start 2P"/>
                <a:ea typeface="Press Start 2P"/>
                <a:cs typeface="Press Start 2P"/>
                <a:sym typeface="Press Start 2P"/>
              </a:rPr>
              <a:t>Let’s Fight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TextBox 4"/>
          <p:cNvSpPr txBox="1"/>
          <p:nvPr/>
        </p:nvSpPr>
        <p:spPr>
          <a:xfrm>
            <a:off x="1028700" y="1023377"/>
            <a:ext cx="15112198" cy="1102866"/>
          </a:xfrm>
          <a:prstGeom prst="rect">
            <a:avLst/>
          </a:prstGeom>
        </p:spPr>
        <p:txBody>
          <a:bodyPr lIns="0" tIns="0" rIns="0" bIns="0" rtlCol="0" anchor="t">
            <a:spAutoFit/>
          </a:bodyPr>
          <a:lstStyle/>
          <a:p>
            <a:pPr marL="0" lvl="0" indent="0" algn="l">
              <a:lnSpc>
                <a:spcPts val="8629"/>
              </a:lnSpc>
              <a:spcBef>
                <a:spcPct val="0"/>
              </a:spcBef>
            </a:pPr>
            <a:r>
              <a:rPr lang="en-US" sz="7191" dirty="0">
                <a:solidFill>
                  <a:srgbClr val="000000"/>
                </a:solidFill>
                <a:latin typeface="Press Start 2P"/>
                <a:ea typeface="Press Start 2P"/>
                <a:cs typeface="Press Start 2P"/>
                <a:sym typeface="Press Start 2P"/>
              </a:rPr>
              <a:t>Application</a:t>
            </a:r>
          </a:p>
        </p:txBody>
      </p:sp>
      <p:sp>
        <p:nvSpPr>
          <p:cNvPr id="7" name="TextBox 7"/>
          <p:cNvSpPr txBox="1"/>
          <p:nvPr/>
        </p:nvSpPr>
        <p:spPr>
          <a:xfrm>
            <a:off x="919416" y="3052792"/>
            <a:ext cx="8123173" cy="1099660"/>
          </a:xfrm>
          <a:prstGeom prst="rect">
            <a:avLst/>
          </a:prstGeom>
        </p:spPr>
        <p:txBody>
          <a:bodyPr lIns="0" tIns="0" rIns="0" bIns="0" rtlCol="0" anchor="t">
            <a:spAutoFit/>
          </a:bodyPr>
          <a:lstStyle/>
          <a:p>
            <a:pPr marL="0" lvl="0" indent="0" algn="l">
              <a:lnSpc>
                <a:spcPts val="4851"/>
              </a:lnSpc>
              <a:spcBef>
                <a:spcPct val="0"/>
              </a:spcBef>
            </a:pPr>
            <a:r>
              <a:rPr lang="en-US" sz="4042" u="none" strike="noStrike" dirty="0">
                <a:solidFill>
                  <a:srgbClr val="000000"/>
                </a:solidFill>
                <a:latin typeface="Press Start 2P"/>
                <a:ea typeface="Press Start 2P"/>
                <a:cs typeface="Press Start 2P"/>
                <a:sym typeface="Press Start 2P"/>
              </a:rPr>
              <a:t>Insurance Investment</a:t>
            </a:r>
          </a:p>
        </p:txBody>
      </p:sp>
      <p:sp>
        <p:nvSpPr>
          <p:cNvPr id="10" name="Freeform 10"/>
          <p:cNvSpPr/>
          <p:nvPr/>
        </p:nvSpPr>
        <p:spPr>
          <a:xfrm>
            <a:off x="10307448" y="3014598"/>
            <a:ext cx="580267" cy="988072"/>
          </a:xfrm>
          <a:custGeom>
            <a:avLst/>
            <a:gdLst/>
            <a:ahLst/>
            <a:cxnLst/>
            <a:rect l="l" t="t" r="r" b="b"/>
            <a:pathLst>
              <a:path w="580267" h="988072">
                <a:moveTo>
                  <a:pt x="0" y="0"/>
                </a:moveTo>
                <a:lnTo>
                  <a:pt x="580267" y="0"/>
                </a:lnTo>
                <a:lnTo>
                  <a:pt x="580267" y="988071"/>
                </a:lnTo>
                <a:lnTo>
                  <a:pt x="0" y="9880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11" name="TextBox 7">
            <a:extLst>
              <a:ext uri="{FF2B5EF4-FFF2-40B4-BE49-F238E27FC236}">
                <a16:creationId xmlns:a16="http://schemas.microsoft.com/office/drawing/2014/main" id="{7FB22BCA-7C52-06C1-5ACE-1C4A27ACE9F9}"/>
              </a:ext>
            </a:extLst>
          </p:cNvPr>
          <p:cNvSpPr txBox="1"/>
          <p:nvPr/>
        </p:nvSpPr>
        <p:spPr>
          <a:xfrm>
            <a:off x="919415" y="5139256"/>
            <a:ext cx="9968300" cy="1099660"/>
          </a:xfrm>
          <a:prstGeom prst="rect">
            <a:avLst/>
          </a:prstGeom>
        </p:spPr>
        <p:txBody>
          <a:bodyPr wrap="square" lIns="0" tIns="0" rIns="0" bIns="0" rtlCol="0" anchor="t">
            <a:spAutoFit/>
          </a:bodyPr>
          <a:lstStyle/>
          <a:p>
            <a:pPr marL="0" lvl="0" indent="0" algn="l">
              <a:lnSpc>
                <a:spcPts val="4851"/>
              </a:lnSpc>
              <a:spcBef>
                <a:spcPct val="0"/>
              </a:spcBef>
            </a:pPr>
            <a:r>
              <a:rPr lang="en-US" sz="4042" u="none" strike="noStrike" dirty="0">
                <a:solidFill>
                  <a:srgbClr val="000000"/>
                </a:solidFill>
                <a:latin typeface="Press Start 2P"/>
                <a:ea typeface="Press Start 2P"/>
                <a:cs typeface="Press Start 2P"/>
                <a:sym typeface="Press Start 2P"/>
              </a:rPr>
              <a:t>Sport Simulation Model</a:t>
            </a:r>
          </a:p>
        </p:txBody>
      </p:sp>
      <p:sp>
        <p:nvSpPr>
          <p:cNvPr id="12" name="TextBox 7">
            <a:extLst>
              <a:ext uri="{FF2B5EF4-FFF2-40B4-BE49-F238E27FC236}">
                <a16:creationId xmlns:a16="http://schemas.microsoft.com/office/drawing/2014/main" id="{8AE1D016-CCCA-2DD0-D5DC-5B688B6D7B54}"/>
              </a:ext>
            </a:extLst>
          </p:cNvPr>
          <p:cNvSpPr txBox="1"/>
          <p:nvPr/>
        </p:nvSpPr>
        <p:spPr>
          <a:xfrm>
            <a:off x="838200" y="7055910"/>
            <a:ext cx="9968300" cy="471283"/>
          </a:xfrm>
          <a:prstGeom prst="rect">
            <a:avLst/>
          </a:prstGeom>
        </p:spPr>
        <p:txBody>
          <a:bodyPr wrap="square" lIns="0" tIns="0" rIns="0" bIns="0" rtlCol="0" anchor="t">
            <a:spAutoFit/>
          </a:bodyPr>
          <a:lstStyle/>
          <a:p>
            <a:pPr marL="0" lvl="0" indent="0" algn="l">
              <a:lnSpc>
                <a:spcPts val="4851"/>
              </a:lnSpc>
              <a:spcBef>
                <a:spcPct val="0"/>
              </a:spcBef>
            </a:pPr>
            <a:r>
              <a:rPr lang="en-US" sz="4042" u="none" strike="noStrike" dirty="0">
                <a:solidFill>
                  <a:srgbClr val="000000"/>
                </a:solidFill>
                <a:latin typeface="Press Start 2P"/>
                <a:ea typeface="Press Start 2P"/>
                <a:cs typeface="Press Start 2P"/>
                <a:sym typeface="Press Start 2P"/>
              </a:rPr>
              <a:t>Auto Driving</a:t>
            </a:r>
          </a:p>
        </p:txBody>
      </p:sp>
      <p:pic>
        <p:nvPicPr>
          <p:cNvPr id="13" name="Picture 2">
            <a:extLst>
              <a:ext uri="{FF2B5EF4-FFF2-40B4-BE49-F238E27FC236}">
                <a16:creationId xmlns:a16="http://schemas.microsoft.com/office/drawing/2014/main" id="{4A037345-552E-03AC-C618-9EF15D6A17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258800" y="812940"/>
            <a:ext cx="4758284" cy="3166422"/>
          </a:xfrm>
          <a:prstGeom prst="rect">
            <a:avLst/>
          </a:prstGeom>
          <a:noFill/>
          <a:extLst>
            <a:ext uri="{909E8E84-426E-40DD-AFC4-6F175D3DCCD1}">
              <a14:hiddenFill xmlns:a14="http://schemas.microsoft.com/office/drawing/2010/main">
                <a:solidFill>
                  <a:srgbClr val="FFFFFF"/>
                </a:solidFill>
              </a14:hiddenFill>
            </a:ext>
          </a:extLst>
        </p:spPr>
      </p:pic>
      <p:pic>
        <p:nvPicPr>
          <p:cNvPr id="14" name="42F2B215-C92D-497A-A87B-E5D3A6DC620A" descr="IMG_9446.jpg">
            <a:extLst>
              <a:ext uri="{FF2B5EF4-FFF2-40B4-BE49-F238E27FC236}">
                <a16:creationId xmlns:a16="http://schemas.microsoft.com/office/drawing/2014/main" id="{FC4C1570-881F-E1EE-D288-D7CAF71D657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277600" y="4369679"/>
            <a:ext cx="4505832" cy="6058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 name="Freeform 33">
            <a:extLst>
              <a:ext uri="{FF2B5EF4-FFF2-40B4-BE49-F238E27FC236}">
                <a16:creationId xmlns:a16="http://schemas.microsoft.com/office/drawing/2014/main" id="{97CA3A06-4739-ADE5-B638-CCE1E961F84F}"/>
              </a:ext>
            </a:extLst>
          </p:cNvPr>
          <p:cNvSpPr/>
          <p:nvPr/>
        </p:nvSpPr>
        <p:spPr>
          <a:xfrm>
            <a:off x="4191000" y="5731812"/>
            <a:ext cx="1186838" cy="507104"/>
          </a:xfrm>
          <a:custGeom>
            <a:avLst/>
            <a:gdLst/>
            <a:ahLst/>
            <a:cxnLst/>
            <a:rect l="l" t="t" r="r" b="b"/>
            <a:pathLst>
              <a:path w="1186838" h="507104">
                <a:moveTo>
                  <a:pt x="0" y="0"/>
                </a:moveTo>
                <a:lnTo>
                  <a:pt x="1186838" y="0"/>
                </a:lnTo>
                <a:lnTo>
                  <a:pt x="1186838" y="507104"/>
                </a:lnTo>
                <a:lnTo>
                  <a:pt x="0" y="507104"/>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3" name="Freeform 3"/>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Freeform 4"/>
          <p:cNvSpPr/>
          <p:nvPr/>
        </p:nvSpPr>
        <p:spPr>
          <a:xfrm>
            <a:off x="5246664" y="7313262"/>
            <a:ext cx="580267" cy="988072"/>
          </a:xfrm>
          <a:custGeom>
            <a:avLst/>
            <a:gdLst/>
            <a:ahLst/>
            <a:cxnLst/>
            <a:rect l="l" t="t" r="r" b="b"/>
            <a:pathLst>
              <a:path w="580267" h="988072">
                <a:moveTo>
                  <a:pt x="0" y="0"/>
                </a:moveTo>
                <a:lnTo>
                  <a:pt x="580267" y="0"/>
                </a:lnTo>
                <a:lnTo>
                  <a:pt x="580267" y="988071"/>
                </a:lnTo>
                <a:lnTo>
                  <a:pt x="0" y="98807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Freeform 5"/>
          <p:cNvSpPr/>
          <p:nvPr/>
        </p:nvSpPr>
        <p:spPr>
          <a:xfrm>
            <a:off x="13058049" y="3675817"/>
            <a:ext cx="3349490" cy="5582483"/>
          </a:xfrm>
          <a:custGeom>
            <a:avLst/>
            <a:gdLst/>
            <a:ahLst/>
            <a:cxnLst/>
            <a:rect l="l" t="t" r="r" b="b"/>
            <a:pathLst>
              <a:path w="3349490" h="5582483">
                <a:moveTo>
                  <a:pt x="0" y="0"/>
                </a:moveTo>
                <a:lnTo>
                  <a:pt x="3349490" y="0"/>
                </a:lnTo>
                <a:lnTo>
                  <a:pt x="3349490" y="5582483"/>
                </a:lnTo>
                <a:lnTo>
                  <a:pt x="0" y="558248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Freeform 6"/>
          <p:cNvSpPr/>
          <p:nvPr/>
        </p:nvSpPr>
        <p:spPr>
          <a:xfrm>
            <a:off x="1028700" y="6997210"/>
            <a:ext cx="2876471" cy="1187198"/>
          </a:xfrm>
          <a:custGeom>
            <a:avLst/>
            <a:gdLst/>
            <a:ahLst/>
            <a:cxnLst/>
            <a:rect l="l" t="t" r="r" b="b"/>
            <a:pathLst>
              <a:path w="2876471" h="1187198">
                <a:moveTo>
                  <a:pt x="0" y="0"/>
                </a:moveTo>
                <a:lnTo>
                  <a:pt x="2876471" y="0"/>
                </a:lnTo>
                <a:lnTo>
                  <a:pt x="2876471" y="1187198"/>
                </a:lnTo>
                <a:lnTo>
                  <a:pt x="0" y="1187198"/>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Box 7"/>
          <p:cNvSpPr txBox="1"/>
          <p:nvPr/>
        </p:nvSpPr>
        <p:spPr>
          <a:xfrm>
            <a:off x="1028700" y="1368002"/>
            <a:ext cx="12774439" cy="1096495"/>
          </a:xfrm>
          <a:prstGeom prst="rect">
            <a:avLst/>
          </a:prstGeom>
        </p:spPr>
        <p:txBody>
          <a:bodyPr lIns="0" tIns="0" rIns="0" bIns="0" rtlCol="0" anchor="t">
            <a:spAutoFit/>
          </a:bodyPr>
          <a:lstStyle/>
          <a:p>
            <a:pPr marL="0" marR="0" lvl="0" indent="0" algn="l" defTabSz="914400" rtl="0" eaLnBrk="1" fontAlgn="auto" latinLnBrk="0" hangingPunct="1">
              <a:lnSpc>
                <a:spcPts val="8629"/>
              </a:lnSpc>
              <a:spcBef>
                <a:spcPct val="0"/>
              </a:spcBef>
              <a:spcAft>
                <a:spcPts val="0"/>
              </a:spcAft>
              <a:buClrTx/>
              <a:buSzTx/>
              <a:buFontTx/>
              <a:buNone/>
              <a:tabLst/>
              <a:defRPr/>
            </a:pPr>
            <a:r>
              <a:rPr kumimoji="0" lang="en-US" sz="7191" b="0" i="0" u="none" strike="noStrike" kern="1200" cap="none" spc="0" normalizeH="0" baseline="0" noProof="0" dirty="0">
                <a:ln>
                  <a:noFill/>
                </a:ln>
                <a:solidFill>
                  <a:srgbClr val="000000"/>
                </a:solidFill>
                <a:effectLst/>
                <a:uLnTx/>
                <a:uFillTx/>
                <a:latin typeface="Press Start 2P"/>
                <a:ea typeface="Press Start 2P"/>
                <a:cs typeface="Press Start 2P"/>
                <a:sym typeface="Press Start 2P"/>
              </a:rPr>
              <a:t>Reference</a:t>
            </a:r>
          </a:p>
        </p:txBody>
      </p:sp>
      <p:sp>
        <p:nvSpPr>
          <p:cNvPr id="8" name="TextBox 8"/>
          <p:cNvSpPr txBox="1"/>
          <p:nvPr/>
        </p:nvSpPr>
        <p:spPr>
          <a:xfrm>
            <a:off x="1028700" y="2888856"/>
            <a:ext cx="10073953" cy="2544607"/>
          </a:xfrm>
          <a:prstGeom prst="rect">
            <a:avLst/>
          </a:prstGeom>
        </p:spPr>
        <p:txBody>
          <a:bodyPr lIns="0" tIns="0" rIns="0" bIns="0" rtlCol="0" anchor="t">
            <a:spAutoFit/>
          </a:bodyPr>
          <a:lstStyle/>
          <a:p>
            <a:pPr marL="0" marR="0" lvl="0" indent="0" algn="l" defTabSz="914400" rtl="0" eaLnBrk="1" fontAlgn="auto" latinLnBrk="0" hangingPunct="1">
              <a:lnSpc>
                <a:spcPts val="2519"/>
              </a:lnSpc>
              <a:spcBef>
                <a:spcPct val="0"/>
              </a:spcBef>
              <a:spcAft>
                <a:spcPts val="0"/>
              </a:spcAft>
              <a:buClrTx/>
              <a:buSzTx/>
              <a:buFontTx/>
              <a:buNone/>
              <a:tabLst/>
              <a:defRPr/>
            </a:pPr>
            <a:endParaRPr kumimoji="0" lang="en-US" sz="1799" b="0" i="0" u="none" strike="noStrike" kern="1200" cap="none" spc="0" normalizeH="0" baseline="0" noProof="0" dirty="0">
              <a:ln>
                <a:noFill/>
              </a:ln>
              <a:solidFill>
                <a:srgbClr val="000000"/>
              </a:solidFill>
              <a:effectLst/>
              <a:uLnTx/>
              <a:uFillTx/>
              <a:latin typeface="Arimo"/>
              <a:ea typeface="Arimo"/>
              <a:cs typeface="Arimo"/>
              <a:sym typeface="Arimo"/>
            </a:endParaRPr>
          </a:p>
          <a:p>
            <a:pPr marL="269873" marR="0" lvl="1" algn="l" defTabSz="914400" rtl="0" eaLnBrk="1" fontAlgn="auto" latinLnBrk="0" hangingPunct="1">
              <a:lnSpc>
                <a:spcPts val="3499"/>
              </a:lnSpc>
              <a:spcBef>
                <a:spcPts val="0"/>
              </a:spcBef>
              <a:spcAft>
                <a:spcPts val="0"/>
              </a:spcAft>
              <a:buClrTx/>
              <a:buSzTx/>
              <a:tabLst/>
              <a:defRPr/>
            </a:pPr>
            <a:r>
              <a:rPr kumimoji="0" lang="en-GB" sz="2499" b="0" i="0" u="none" strike="noStrike" kern="1200" cap="none" spc="0" normalizeH="0" baseline="0" noProof="0" dirty="0">
                <a:ln>
                  <a:noFill/>
                </a:ln>
                <a:solidFill>
                  <a:srgbClr val="000000"/>
                </a:solidFill>
                <a:effectLst/>
                <a:uLnTx/>
                <a:uFillTx/>
                <a:latin typeface="Arimo"/>
                <a:ea typeface="Arimo"/>
                <a:cs typeface="Arimo"/>
                <a:sym typeface="Arimo"/>
              </a:rPr>
              <a:t>DIAMBRA Arena: a New Reinforcement Learning Platform for Research and Experimentation</a:t>
            </a:r>
          </a:p>
          <a:p>
            <a:pPr marL="539745" marR="0" lvl="1" indent="-269872" algn="l" defTabSz="914400" rtl="0" eaLnBrk="1" fontAlgn="auto" latinLnBrk="0" hangingPunct="1">
              <a:lnSpc>
                <a:spcPts val="3499"/>
              </a:lnSpc>
              <a:spcBef>
                <a:spcPts val="0"/>
              </a:spcBef>
              <a:spcAft>
                <a:spcPts val="0"/>
              </a:spcAft>
              <a:buClrTx/>
              <a:buSzTx/>
              <a:buFontTx/>
              <a:buAutoNum type="arabicPeriod"/>
              <a:tabLst/>
              <a:defRPr/>
            </a:pPr>
            <a:endParaRPr kumimoji="0" lang="en-GB" sz="2499" b="0" i="0" u="none" strike="noStrike" kern="1200" cap="none" spc="0" normalizeH="0" baseline="0" noProof="0" dirty="0">
              <a:ln>
                <a:noFill/>
              </a:ln>
              <a:solidFill>
                <a:srgbClr val="000000"/>
              </a:solidFill>
              <a:effectLst/>
              <a:uLnTx/>
              <a:uFillTx/>
              <a:latin typeface="Arimo"/>
              <a:ea typeface="Arimo"/>
              <a:cs typeface="Arimo"/>
              <a:sym typeface="Arimo"/>
            </a:endParaRPr>
          </a:p>
          <a:p>
            <a:pPr marL="269873" marR="0" lvl="1" algn="l" defTabSz="914400" rtl="0" eaLnBrk="1" fontAlgn="auto" latinLnBrk="0" hangingPunct="1">
              <a:lnSpc>
                <a:spcPts val="3499"/>
              </a:lnSpc>
              <a:spcBef>
                <a:spcPts val="0"/>
              </a:spcBef>
              <a:spcAft>
                <a:spcPts val="0"/>
              </a:spcAft>
              <a:buClrTx/>
              <a:buSzTx/>
              <a:tabLst/>
              <a:defRPr/>
            </a:pPr>
            <a:r>
              <a:rPr kumimoji="0" lang="en-GB" sz="2499" b="0" i="0" u="none" strike="noStrike" kern="1200" cap="none" spc="0" normalizeH="0" baseline="0" noProof="0" dirty="0">
                <a:ln>
                  <a:noFill/>
                </a:ln>
                <a:solidFill>
                  <a:srgbClr val="000000"/>
                </a:solidFill>
                <a:effectLst/>
                <a:uLnTx/>
                <a:uFillTx/>
                <a:latin typeface="Arimo"/>
                <a:ea typeface="Arimo"/>
                <a:cs typeface="Arimo"/>
                <a:sym typeface="Arimo"/>
              </a:rPr>
              <a:t>Mitigating Cowardice for </a:t>
            </a:r>
            <a:r>
              <a:rPr kumimoji="0" lang="en-GB" sz="2499" b="0" i="0" u="none" strike="noStrike" kern="1200" cap="none" spc="0" normalizeH="0" baseline="0" noProof="0">
                <a:ln>
                  <a:noFill/>
                </a:ln>
                <a:solidFill>
                  <a:srgbClr val="000000"/>
                </a:solidFill>
                <a:effectLst/>
                <a:uLnTx/>
                <a:uFillTx/>
                <a:latin typeface="Arimo"/>
                <a:ea typeface="Arimo"/>
                <a:cs typeface="Arimo"/>
                <a:sym typeface="Arimo"/>
              </a:rPr>
              <a:t>Reinforcement Learning</a:t>
            </a:r>
          </a:p>
          <a:p>
            <a:pPr marL="269873" marR="0" lvl="1" algn="l" defTabSz="914400" rtl="0" eaLnBrk="1" fontAlgn="auto" latinLnBrk="0" hangingPunct="1">
              <a:lnSpc>
                <a:spcPts val="3499"/>
              </a:lnSpc>
              <a:spcBef>
                <a:spcPts val="0"/>
              </a:spcBef>
              <a:spcAft>
                <a:spcPts val="0"/>
              </a:spcAft>
              <a:buClrTx/>
              <a:buSzTx/>
              <a:tabLst/>
              <a:defRPr/>
            </a:pPr>
            <a:r>
              <a:rPr lang="en-GB" sz="2800">
                <a:hlinkClick r:id="rId12"/>
              </a:rPr>
              <a:t>paper</a:t>
            </a:r>
            <a:r>
              <a:rPr lang="en-GB" sz="2800" dirty="0">
                <a:hlinkClick r:id="rId12"/>
              </a:rPr>
              <a:t>_111.pdf</a:t>
            </a:r>
            <a:endParaRPr kumimoji="0" lang="en-GB" sz="2499" b="0" i="0" u="none" strike="noStrike" kern="1200" cap="none" spc="0" normalizeH="0" baseline="0" noProof="0" dirty="0">
              <a:ln>
                <a:noFill/>
              </a:ln>
              <a:solidFill>
                <a:srgbClr val="000000"/>
              </a:solidFill>
              <a:effectLst/>
              <a:uLnTx/>
              <a:uFillTx/>
              <a:latin typeface="Arimo"/>
              <a:ea typeface="Arimo"/>
              <a:cs typeface="Arimo"/>
              <a:sym typeface="Arimo"/>
            </a:endParaRPr>
          </a:p>
        </p:txBody>
      </p:sp>
      <p:sp>
        <p:nvSpPr>
          <p:cNvPr id="9" name="Freeform 9"/>
          <p:cNvSpPr/>
          <p:nvPr/>
        </p:nvSpPr>
        <p:spPr>
          <a:xfrm>
            <a:off x="13058049" y="1138826"/>
            <a:ext cx="6420934" cy="1564373"/>
          </a:xfrm>
          <a:custGeom>
            <a:avLst/>
            <a:gdLst/>
            <a:ahLst/>
            <a:cxnLst/>
            <a:rect l="l" t="t" r="r" b="b"/>
            <a:pathLst>
              <a:path w="6420934" h="1564373">
                <a:moveTo>
                  <a:pt x="0" y="0"/>
                </a:moveTo>
                <a:lnTo>
                  <a:pt x="6420934" y="0"/>
                </a:lnTo>
                <a:lnTo>
                  <a:pt x="6420934" y="1564373"/>
                </a:lnTo>
                <a:lnTo>
                  <a:pt x="0" y="1564373"/>
                </a:lnTo>
                <a:lnTo>
                  <a:pt x="0" y="0"/>
                </a:lnTo>
                <a:close/>
              </a:path>
            </a:pathLst>
          </a:custGeom>
          <a:blipFill>
            <a:blip r:embed="rId13">
              <a:extLst>
                <a:ext uri="{96DAC541-7B7A-43D3-8B79-37D633B846F1}">
                  <asvg:svgBlip xmlns:asvg="http://schemas.microsoft.com/office/drawing/2016/SVG/main" r:embed="rId14"/>
                </a:ext>
              </a:extLst>
            </a:blip>
            <a:stretch>
              <a:fillRect/>
            </a:stretch>
          </a:blip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8F9FD"/>
        </a:solidFill>
        <a:effectLst/>
      </p:bgPr>
    </p:bg>
    <p:spTree>
      <p:nvGrpSpPr>
        <p:cNvPr id="1" name=""/>
        <p:cNvGrpSpPr/>
        <p:nvPr/>
      </p:nvGrpSpPr>
      <p:grpSpPr>
        <a:xfrm>
          <a:off x="0" y="0"/>
          <a:ext cx="0" cy="0"/>
          <a:chOff x="0" y="0"/>
          <a:chExt cx="0" cy="0"/>
        </a:xfrm>
      </p:grpSpPr>
      <p:sp>
        <p:nvSpPr>
          <p:cNvPr id="2" name="Freeform 2"/>
          <p:cNvSpPr/>
          <p:nvPr/>
        </p:nvSpPr>
        <p:spPr>
          <a:xfrm>
            <a:off x="17340161" y="342713"/>
            <a:ext cx="512008" cy="512008"/>
          </a:xfrm>
          <a:custGeom>
            <a:avLst/>
            <a:gdLst/>
            <a:ahLst/>
            <a:cxnLst/>
            <a:rect l="l" t="t" r="r" b="b"/>
            <a:pathLst>
              <a:path w="512008" h="512008">
                <a:moveTo>
                  <a:pt x="0" y="0"/>
                </a:moveTo>
                <a:lnTo>
                  <a:pt x="512008" y="0"/>
                </a:lnTo>
                <a:lnTo>
                  <a:pt x="512008" y="512008"/>
                </a:lnTo>
                <a:lnTo>
                  <a:pt x="0" y="51200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GB"/>
          </a:p>
        </p:txBody>
      </p:sp>
      <p:sp>
        <p:nvSpPr>
          <p:cNvPr id="3" name="Freeform 3"/>
          <p:cNvSpPr/>
          <p:nvPr/>
        </p:nvSpPr>
        <p:spPr>
          <a:xfrm>
            <a:off x="16663280" y="4649464"/>
            <a:ext cx="580267" cy="988072"/>
          </a:xfrm>
          <a:custGeom>
            <a:avLst/>
            <a:gdLst/>
            <a:ahLst/>
            <a:cxnLst/>
            <a:rect l="l" t="t" r="r" b="b"/>
            <a:pathLst>
              <a:path w="580267" h="988072">
                <a:moveTo>
                  <a:pt x="0" y="0"/>
                </a:moveTo>
                <a:lnTo>
                  <a:pt x="580267" y="0"/>
                </a:lnTo>
                <a:lnTo>
                  <a:pt x="580267" y="988072"/>
                </a:lnTo>
                <a:lnTo>
                  <a:pt x="0" y="98807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GB"/>
          </a:p>
        </p:txBody>
      </p:sp>
      <p:sp>
        <p:nvSpPr>
          <p:cNvPr id="4" name="Freeform 4"/>
          <p:cNvSpPr/>
          <p:nvPr/>
        </p:nvSpPr>
        <p:spPr>
          <a:xfrm>
            <a:off x="15746" y="9258300"/>
            <a:ext cx="18272254" cy="3289006"/>
          </a:xfrm>
          <a:custGeom>
            <a:avLst/>
            <a:gdLst/>
            <a:ahLst/>
            <a:cxnLst/>
            <a:rect l="l" t="t" r="r" b="b"/>
            <a:pathLst>
              <a:path w="18272254" h="3289006">
                <a:moveTo>
                  <a:pt x="0" y="0"/>
                </a:moveTo>
                <a:lnTo>
                  <a:pt x="18272254" y="0"/>
                </a:lnTo>
                <a:lnTo>
                  <a:pt x="18272254" y="3289006"/>
                </a:lnTo>
                <a:lnTo>
                  <a:pt x="0" y="328900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GB"/>
          </a:p>
        </p:txBody>
      </p:sp>
      <p:sp>
        <p:nvSpPr>
          <p:cNvPr id="5" name="Freeform 5"/>
          <p:cNvSpPr/>
          <p:nvPr/>
        </p:nvSpPr>
        <p:spPr>
          <a:xfrm>
            <a:off x="1381691" y="4499457"/>
            <a:ext cx="2465946" cy="4758843"/>
          </a:xfrm>
          <a:custGeom>
            <a:avLst/>
            <a:gdLst/>
            <a:ahLst/>
            <a:cxnLst/>
            <a:rect l="l" t="t" r="r" b="b"/>
            <a:pathLst>
              <a:path w="2465946" h="4758843">
                <a:moveTo>
                  <a:pt x="0" y="0"/>
                </a:moveTo>
                <a:lnTo>
                  <a:pt x="2465946" y="0"/>
                </a:lnTo>
                <a:lnTo>
                  <a:pt x="2465946" y="4758843"/>
                </a:lnTo>
                <a:lnTo>
                  <a:pt x="0" y="475884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GB"/>
          </a:p>
        </p:txBody>
      </p:sp>
      <p:sp>
        <p:nvSpPr>
          <p:cNvPr id="6" name="Freeform 6"/>
          <p:cNvSpPr/>
          <p:nvPr/>
        </p:nvSpPr>
        <p:spPr>
          <a:xfrm>
            <a:off x="863900" y="598717"/>
            <a:ext cx="7891949" cy="1922766"/>
          </a:xfrm>
          <a:custGeom>
            <a:avLst/>
            <a:gdLst/>
            <a:ahLst/>
            <a:cxnLst/>
            <a:rect l="l" t="t" r="r" b="b"/>
            <a:pathLst>
              <a:path w="7891949" h="1922766">
                <a:moveTo>
                  <a:pt x="0" y="0"/>
                </a:moveTo>
                <a:lnTo>
                  <a:pt x="7891949" y="0"/>
                </a:lnTo>
                <a:lnTo>
                  <a:pt x="7891949" y="1922766"/>
                </a:lnTo>
                <a:lnTo>
                  <a:pt x="0" y="192276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GB"/>
          </a:p>
        </p:txBody>
      </p:sp>
      <p:sp>
        <p:nvSpPr>
          <p:cNvPr id="7" name="Freeform 7"/>
          <p:cNvSpPr/>
          <p:nvPr/>
        </p:nvSpPr>
        <p:spPr>
          <a:xfrm>
            <a:off x="12250774" y="6434296"/>
            <a:ext cx="4412506" cy="2824004"/>
          </a:xfrm>
          <a:custGeom>
            <a:avLst/>
            <a:gdLst/>
            <a:ahLst/>
            <a:cxnLst/>
            <a:rect l="l" t="t" r="r" b="b"/>
            <a:pathLst>
              <a:path w="4412506" h="2824004">
                <a:moveTo>
                  <a:pt x="0" y="0"/>
                </a:moveTo>
                <a:lnTo>
                  <a:pt x="4412506" y="0"/>
                </a:lnTo>
                <a:lnTo>
                  <a:pt x="4412506" y="2824004"/>
                </a:lnTo>
                <a:lnTo>
                  <a:pt x="0" y="2824004"/>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GB"/>
          </a:p>
        </p:txBody>
      </p:sp>
      <p:sp>
        <p:nvSpPr>
          <p:cNvPr id="8" name="TextBox 8"/>
          <p:cNvSpPr txBox="1"/>
          <p:nvPr/>
        </p:nvSpPr>
        <p:spPr>
          <a:xfrm>
            <a:off x="5530815" y="3751379"/>
            <a:ext cx="9693485" cy="1096495"/>
          </a:xfrm>
          <a:prstGeom prst="rect">
            <a:avLst/>
          </a:prstGeom>
        </p:spPr>
        <p:txBody>
          <a:bodyPr lIns="0" tIns="0" rIns="0" bIns="0" rtlCol="0" anchor="t">
            <a:spAutoFit/>
          </a:bodyPr>
          <a:lstStyle/>
          <a:p>
            <a:pPr marL="0" lvl="0" indent="0" algn="l">
              <a:lnSpc>
                <a:spcPts val="8629"/>
              </a:lnSpc>
              <a:spcBef>
                <a:spcPct val="0"/>
              </a:spcBef>
            </a:pPr>
            <a:r>
              <a:rPr lang="en-US" sz="7191">
                <a:solidFill>
                  <a:srgbClr val="000000"/>
                </a:solidFill>
                <a:latin typeface="Press Start 2P"/>
                <a:ea typeface="Press Start 2P"/>
                <a:cs typeface="Press Start 2P"/>
                <a:sym typeface="Press Start 2P"/>
              </a:rPr>
              <a:t>THANK YOU!</a:t>
            </a:r>
          </a:p>
        </p:txBody>
      </p:sp>
    </p:spTree>
    <p:extLst>
      <p:ext uri="{BB962C8B-B14F-4D97-AF65-F5344CB8AC3E}">
        <p14:creationId xmlns:p14="http://schemas.microsoft.com/office/powerpoint/2010/main" val="144570313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432</Words>
  <Application>Microsoft Office PowerPoint</Application>
  <PresentationFormat>Custom</PresentationFormat>
  <Paragraphs>66</Paragraphs>
  <Slides>16</Slides>
  <Notes>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Arimo</vt:lpstr>
      <vt:lpstr>Roboto</vt:lpstr>
      <vt:lpstr>Aptos</vt:lpstr>
      <vt:lpstr>Press Start 2P</vt:lpstr>
      <vt:lpstr>Symbol</vt:lpstr>
      <vt:lpstr>Arial</vt:lpstr>
      <vt:lpstr>Calibri</vt:lpstr>
      <vt:lpstr>Nunito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 of Video Game Creation Hackathon  Presentation</dc:title>
  <cp:lastModifiedBy>Yongyang Huo</cp:lastModifiedBy>
  <cp:revision>5</cp:revision>
  <dcterms:created xsi:type="dcterms:W3CDTF">2006-08-16T00:00:00Z</dcterms:created>
  <dcterms:modified xsi:type="dcterms:W3CDTF">2024-11-04T16:33:04Z</dcterms:modified>
  <dc:identifier>DAGUkW9-h2Q</dc:identifier>
</cp:coreProperties>
</file>