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435" r:id="rId5"/>
    <p:sldId id="2444" r:id="rId6"/>
    <p:sldId id="2445" r:id="rId7"/>
    <p:sldId id="2440" r:id="rId8"/>
    <p:sldId id="2512" r:id="rId9"/>
    <p:sldId id="2489" r:id="rId10"/>
    <p:sldId id="2447" r:id="rId11"/>
    <p:sldId id="2490" r:id="rId12"/>
    <p:sldId id="2491" r:id="rId13"/>
    <p:sldId id="2488" r:id="rId14"/>
    <p:sldId id="2478" r:id="rId15"/>
    <p:sldId id="2513" r:id="rId16"/>
    <p:sldId id="2509" r:id="rId17"/>
    <p:sldId id="2508" r:id="rId18"/>
    <p:sldId id="2510" r:id="rId19"/>
    <p:sldId id="2511" r:id="rId20"/>
    <p:sldId id="2514" r:id="rId21"/>
    <p:sldId id="2515" r:id="rId22"/>
    <p:sldId id="2439" r:id="rId23"/>
    <p:sldId id="2517" r:id="rId24"/>
    <p:sldId id="2516" r:id="rId25"/>
    <p:sldId id="2438" r:id="rId26"/>
    <p:sldId id="2502" r:id="rId27"/>
    <p:sldId id="2436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2F3342"/>
    <a:srgbClr val="A53F52"/>
    <a:srgbClr val="2C2153"/>
    <a:srgbClr val="E99757"/>
    <a:srgbClr val="010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BF760E-C721-455F-97DF-73509EAA4DDD}" v="11" dt="2023-01-11T14:41:40.4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98" autoAdjust="0"/>
    <p:restoredTop sz="94674" autoAdjust="0"/>
  </p:normalViewPr>
  <p:slideViewPr>
    <p:cSldViewPr snapToGrid="0">
      <p:cViewPr varScale="1">
        <p:scale>
          <a:sx n="60" d="100"/>
          <a:sy n="60" d="100"/>
        </p:scale>
        <p:origin x="162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904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1/12/2023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1/12/2023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27944-63F0-4B2F-AD45-448C6DF7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DAC0D-26BC-4E19-94BF-7F158080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63BDE4-1CD0-AC4C-A2A9-C858427B0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7265051-1E5A-D844-BA21-38331551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519" y="1690117"/>
            <a:ext cx="10989920" cy="448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914F6FF-E574-0340-AD3E-E6747297E03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94519" y="1262642"/>
            <a:ext cx="11002962" cy="35387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spc="600">
                <a:solidFill>
                  <a:srgbClr val="898989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35182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0849B93-E2CE-4654-9EC7-7DFA141A55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70275" y="3890624"/>
            <a:ext cx="5251450" cy="36512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spc="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AFBA3E-7241-1817-462C-B442233B7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8E307-18C2-80A4-CDF5-88CB5379B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45CCCE9-0E89-FD77-34A5-447638225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242487" y="6833286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>
            <a:innerShdw blurRad="254000" dist="127000">
              <a:prstClr val="black">
                <a:alpha val="5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209064"/>
            <a:ext cx="5251450" cy="365125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4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20779"/>
            <a:ext cx="5251450" cy="1661297"/>
          </a:xfrm>
        </p:spPr>
        <p:txBody>
          <a:bodyPr anchor="ctr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>
            <a:innerShdw blurRad="254000" dist="127000">
              <a:prstClr val="black">
                <a:alpha val="5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30B2C-7250-4568-96CF-7E5A34B3CA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20779"/>
            <a:ext cx="5251450" cy="1661297"/>
          </a:xfrm>
        </p:spPr>
        <p:txBody>
          <a:bodyPr anchor="ctr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209064"/>
            <a:ext cx="5251450" cy="365125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4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Imag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625512"/>
            <a:ext cx="4018722" cy="4636392"/>
          </a:xfrm>
        </p:spPr>
        <p:txBody>
          <a:bodyPr lIns="0" rIns="0">
            <a:norm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86917B65-8F50-454E-AF7E-D53FE2DE8F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9878"/>
            <a:ext cx="7406905" cy="6866810"/>
          </a:xfrm>
          <a:custGeom>
            <a:avLst/>
            <a:gdLst>
              <a:gd name="connsiteX0" fmla="*/ 1312985 w 5251939"/>
              <a:gd name="connsiteY0" fmla="*/ 0 h 4878432"/>
              <a:gd name="connsiteX1" fmla="*/ 1975340 w 5251939"/>
              <a:gd name="connsiteY1" fmla="*/ 0 h 4878432"/>
              <a:gd name="connsiteX2" fmla="*/ 1975340 w 5251939"/>
              <a:gd name="connsiteY2" fmla="*/ 982231 h 4878432"/>
              <a:gd name="connsiteX3" fmla="*/ 2648832 w 5251939"/>
              <a:gd name="connsiteY3" fmla="*/ 982231 h 4878432"/>
              <a:gd name="connsiteX4" fmla="*/ 2648832 w 5251939"/>
              <a:gd name="connsiteY4" fmla="*/ 1148083 h 4878432"/>
              <a:gd name="connsiteX5" fmla="*/ 3328771 w 5251939"/>
              <a:gd name="connsiteY5" fmla="*/ 1148083 h 4878432"/>
              <a:gd name="connsiteX6" fmla="*/ 3328771 w 5251939"/>
              <a:gd name="connsiteY6" fmla="*/ 0 h 4878432"/>
              <a:gd name="connsiteX7" fmla="*/ 4572000 w 5251939"/>
              <a:gd name="connsiteY7" fmla="*/ 0 h 4878432"/>
              <a:gd name="connsiteX8" fmla="*/ 4572000 w 5251939"/>
              <a:gd name="connsiteY8" fmla="*/ 1000460 h 4878432"/>
              <a:gd name="connsiteX9" fmla="*/ 5251939 w 5251939"/>
              <a:gd name="connsiteY9" fmla="*/ 1000460 h 4878432"/>
              <a:gd name="connsiteX10" fmla="*/ 5251939 w 5251939"/>
              <a:gd name="connsiteY10" fmla="*/ 4279967 h 4878432"/>
              <a:gd name="connsiteX11" fmla="*/ 4572000 w 5251939"/>
              <a:gd name="connsiteY11" fmla="*/ 4279967 h 4878432"/>
              <a:gd name="connsiteX12" fmla="*/ 4572000 w 5251939"/>
              <a:gd name="connsiteY12" fmla="*/ 4878432 h 4878432"/>
              <a:gd name="connsiteX13" fmla="*/ 4570834 w 5251939"/>
              <a:gd name="connsiteY13" fmla="*/ 4878432 h 4878432"/>
              <a:gd name="connsiteX14" fmla="*/ 4570834 w 5251939"/>
              <a:gd name="connsiteY14" fmla="*/ 3563909 h 4878432"/>
              <a:gd name="connsiteX15" fmla="*/ 3890895 w 5251939"/>
              <a:gd name="connsiteY15" fmla="*/ 3563909 h 4878432"/>
              <a:gd name="connsiteX16" fmla="*/ 3890895 w 5251939"/>
              <a:gd name="connsiteY16" fmla="*/ 4878432 h 4878432"/>
              <a:gd name="connsiteX17" fmla="*/ 3297114 w 5251939"/>
              <a:gd name="connsiteY17" fmla="*/ 4878432 h 4878432"/>
              <a:gd name="connsiteX18" fmla="*/ 3297114 w 5251939"/>
              <a:gd name="connsiteY18" fmla="*/ 3911406 h 4878432"/>
              <a:gd name="connsiteX19" fmla="*/ 2617175 w 5251939"/>
              <a:gd name="connsiteY19" fmla="*/ 3911406 h 4878432"/>
              <a:gd name="connsiteX20" fmla="*/ 2617175 w 5251939"/>
              <a:gd name="connsiteY20" fmla="*/ 4324451 h 4878432"/>
              <a:gd name="connsiteX21" fmla="*/ 1968893 w 5251939"/>
              <a:gd name="connsiteY21" fmla="*/ 4324451 h 4878432"/>
              <a:gd name="connsiteX22" fmla="*/ 1968893 w 5251939"/>
              <a:gd name="connsiteY22" fmla="*/ 4878432 h 4878432"/>
              <a:gd name="connsiteX23" fmla="*/ 1312985 w 5251939"/>
              <a:gd name="connsiteY23" fmla="*/ 4878432 h 4878432"/>
              <a:gd name="connsiteX24" fmla="*/ 1312985 w 5251939"/>
              <a:gd name="connsiteY24" fmla="*/ 4324451 h 4878432"/>
              <a:gd name="connsiteX25" fmla="*/ 642230 w 5251939"/>
              <a:gd name="connsiteY25" fmla="*/ 4324451 h 4878432"/>
              <a:gd name="connsiteX26" fmla="*/ 642230 w 5251939"/>
              <a:gd name="connsiteY26" fmla="*/ 3624890 h 4878432"/>
              <a:gd name="connsiteX27" fmla="*/ 0 w 5251939"/>
              <a:gd name="connsiteY27" fmla="*/ 3624890 h 4878432"/>
              <a:gd name="connsiteX28" fmla="*/ 0 w 5251939"/>
              <a:gd name="connsiteY28" fmla="*/ 375409 h 4878432"/>
              <a:gd name="connsiteX29" fmla="*/ 633046 w 5251939"/>
              <a:gd name="connsiteY29" fmla="*/ 375409 h 4878432"/>
              <a:gd name="connsiteX30" fmla="*/ 633046 w 5251939"/>
              <a:gd name="connsiteY30" fmla="*/ 1379096 h 4878432"/>
              <a:gd name="connsiteX31" fmla="*/ 1312985 w 5251939"/>
              <a:gd name="connsiteY31" fmla="*/ 1379096 h 4878432"/>
              <a:gd name="connsiteX0" fmla="*/ 1312985 w 5251939"/>
              <a:gd name="connsiteY0" fmla="*/ 0 h 4878432"/>
              <a:gd name="connsiteX1" fmla="*/ 1975340 w 5251939"/>
              <a:gd name="connsiteY1" fmla="*/ 0 h 4878432"/>
              <a:gd name="connsiteX2" fmla="*/ 1975340 w 5251939"/>
              <a:gd name="connsiteY2" fmla="*/ 982231 h 4878432"/>
              <a:gd name="connsiteX3" fmla="*/ 2648832 w 5251939"/>
              <a:gd name="connsiteY3" fmla="*/ 982231 h 4878432"/>
              <a:gd name="connsiteX4" fmla="*/ 2648832 w 5251939"/>
              <a:gd name="connsiteY4" fmla="*/ 1148083 h 4878432"/>
              <a:gd name="connsiteX5" fmla="*/ 3328771 w 5251939"/>
              <a:gd name="connsiteY5" fmla="*/ 1148083 h 4878432"/>
              <a:gd name="connsiteX6" fmla="*/ 3328771 w 5251939"/>
              <a:gd name="connsiteY6" fmla="*/ 0 h 4878432"/>
              <a:gd name="connsiteX7" fmla="*/ 4572000 w 5251939"/>
              <a:gd name="connsiteY7" fmla="*/ 0 h 4878432"/>
              <a:gd name="connsiteX8" fmla="*/ 4572000 w 5251939"/>
              <a:gd name="connsiteY8" fmla="*/ 1000460 h 4878432"/>
              <a:gd name="connsiteX9" fmla="*/ 5251939 w 5251939"/>
              <a:gd name="connsiteY9" fmla="*/ 1000460 h 4878432"/>
              <a:gd name="connsiteX10" fmla="*/ 5251939 w 5251939"/>
              <a:gd name="connsiteY10" fmla="*/ 4279967 h 4878432"/>
              <a:gd name="connsiteX11" fmla="*/ 4572000 w 5251939"/>
              <a:gd name="connsiteY11" fmla="*/ 4279967 h 4878432"/>
              <a:gd name="connsiteX12" fmla="*/ 4572000 w 5251939"/>
              <a:gd name="connsiteY12" fmla="*/ 4878432 h 4878432"/>
              <a:gd name="connsiteX13" fmla="*/ 4570834 w 5251939"/>
              <a:gd name="connsiteY13" fmla="*/ 3563909 h 4878432"/>
              <a:gd name="connsiteX14" fmla="*/ 3890895 w 5251939"/>
              <a:gd name="connsiteY14" fmla="*/ 3563909 h 4878432"/>
              <a:gd name="connsiteX15" fmla="*/ 3890895 w 5251939"/>
              <a:gd name="connsiteY15" fmla="*/ 4878432 h 4878432"/>
              <a:gd name="connsiteX16" fmla="*/ 3297114 w 5251939"/>
              <a:gd name="connsiteY16" fmla="*/ 4878432 h 4878432"/>
              <a:gd name="connsiteX17" fmla="*/ 3297114 w 5251939"/>
              <a:gd name="connsiteY17" fmla="*/ 3911406 h 4878432"/>
              <a:gd name="connsiteX18" fmla="*/ 2617175 w 5251939"/>
              <a:gd name="connsiteY18" fmla="*/ 3911406 h 4878432"/>
              <a:gd name="connsiteX19" fmla="*/ 2617175 w 5251939"/>
              <a:gd name="connsiteY19" fmla="*/ 4324451 h 4878432"/>
              <a:gd name="connsiteX20" fmla="*/ 1968893 w 5251939"/>
              <a:gd name="connsiteY20" fmla="*/ 4324451 h 4878432"/>
              <a:gd name="connsiteX21" fmla="*/ 1968893 w 5251939"/>
              <a:gd name="connsiteY21" fmla="*/ 4878432 h 4878432"/>
              <a:gd name="connsiteX22" fmla="*/ 1312985 w 5251939"/>
              <a:gd name="connsiteY22" fmla="*/ 4878432 h 4878432"/>
              <a:gd name="connsiteX23" fmla="*/ 1312985 w 5251939"/>
              <a:gd name="connsiteY23" fmla="*/ 4324451 h 4878432"/>
              <a:gd name="connsiteX24" fmla="*/ 642230 w 5251939"/>
              <a:gd name="connsiteY24" fmla="*/ 4324451 h 4878432"/>
              <a:gd name="connsiteX25" fmla="*/ 642230 w 5251939"/>
              <a:gd name="connsiteY25" fmla="*/ 3624890 h 4878432"/>
              <a:gd name="connsiteX26" fmla="*/ 0 w 5251939"/>
              <a:gd name="connsiteY26" fmla="*/ 3624890 h 4878432"/>
              <a:gd name="connsiteX27" fmla="*/ 0 w 5251939"/>
              <a:gd name="connsiteY27" fmla="*/ 375409 h 4878432"/>
              <a:gd name="connsiteX28" fmla="*/ 633046 w 5251939"/>
              <a:gd name="connsiteY28" fmla="*/ 375409 h 4878432"/>
              <a:gd name="connsiteX29" fmla="*/ 633046 w 5251939"/>
              <a:gd name="connsiteY29" fmla="*/ 1379096 h 4878432"/>
              <a:gd name="connsiteX30" fmla="*/ 1312985 w 5251939"/>
              <a:gd name="connsiteY30" fmla="*/ 1379096 h 4878432"/>
              <a:gd name="connsiteX31" fmla="*/ 1312985 w 5251939"/>
              <a:gd name="connsiteY31" fmla="*/ 0 h 4878432"/>
              <a:gd name="connsiteX0" fmla="*/ 1312985 w 5251939"/>
              <a:gd name="connsiteY0" fmla="*/ 0 h 4878432"/>
              <a:gd name="connsiteX1" fmla="*/ 1975340 w 5251939"/>
              <a:gd name="connsiteY1" fmla="*/ 0 h 4878432"/>
              <a:gd name="connsiteX2" fmla="*/ 1975340 w 5251939"/>
              <a:gd name="connsiteY2" fmla="*/ 982231 h 4878432"/>
              <a:gd name="connsiteX3" fmla="*/ 2648832 w 5251939"/>
              <a:gd name="connsiteY3" fmla="*/ 982231 h 4878432"/>
              <a:gd name="connsiteX4" fmla="*/ 2648832 w 5251939"/>
              <a:gd name="connsiteY4" fmla="*/ 1148083 h 4878432"/>
              <a:gd name="connsiteX5" fmla="*/ 3328771 w 5251939"/>
              <a:gd name="connsiteY5" fmla="*/ 1148083 h 4878432"/>
              <a:gd name="connsiteX6" fmla="*/ 3328771 w 5251939"/>
              <a:gd name="connsiteY6" fmla="*/ 0 h 4878432"/>
              <a:gd name="connsiteX7" fmla="*/ 4572000 w 5251939"/>
              <a:gd name="connsiteY7" fmla="*/ 0 h 4878432"/>
              <a:gd name="connsiteX8" fmla="*/ 4572000 w 5251939"/>
              <a:gd name="connsiteY8" fmla="*/ 1000460 h 4878432"/>
              <a:gd name="connsiteX9" fmla="*/ 5251939 w 5251939"/>
              <a:gd name="connsiteY9" fmla="*/ 1000460 h 4878432"/>
              <a:gd name="connsiteX10" fmla="*/ 5251939 w 5251939"/>
              <a:gd name="connsiteY10" fmla="*/ 4279967 h 4878432"/>
              <a:gd name="connsiteX11" fmla="*/ 4572000 w 5251939"/>
              <a:gd name="connsiteY11" fmla="*/ 4279967 h 4878432"/>
              <a:gd name="connsiteX12" fmla="*/ 4570834 w 5251939"/>
              <a:gd name="connsiteY12" fmla="*/ 3563909 h 4878432"/>
              <a:gd name="connsiteX13" fmla="*/ 3890895 w 5251939"/>
              <a:gd name="connsiteY13" fmla="*/ 3563909 h 4878432"/>
              <a:gd name="connsiteX14" fmla="*/ 3890895 w 5251939"/>
              <a:gd name="connsiteY14" fmla="*/ 4878432 h 4878432"/>
              <a:gd name="connsiteX15" fmla="*/ 3297114 w 5251939"/>
              <a:gd name="connsiteY15" fmla="*/ 4878432 h 4878432"/>
              <a:gd name="connsiteX16" fmla="*/ 3297114 w 5251939"/>
              <a:gd name="connsiteY16" fmla="*/ 3911406 h 4878432"/>
              <a:gd name="connsiteX17" fmla="*/ 2617175 w 5251939"/>
              <a:gd name="connsiteY17" fmla="*/ 3911406 h 4878432"/>
              <a:gd name="connsiteX18" fmla="*/ 2617175 w 5251939"/>
              <a:gd name="connsiteY18" fmla="*/ 4324451 h 4878432"/>
              <a:gd name="connsiteX19" fmla="*/ 1968893 w 5251939"/>
              <a:gd name="connsiteY19" fmla="*/ 4324451 h 4878432"/>
              <a:gd name="connsiteX20" fmla="*/ 1968893 w 5251939"/>
              <a:gd name="connsiteY20" fmla="*/ 4878432 h 4878432"/>
              <a:gd name="connsiteX21" fmla="*/ 1312985 w 5251939"/>
              <a:gd name="connsiteY21" fmla="*/ 4878432 h 4878432"/>
              <a:gd name="connsiteX22" fmla="*/ 1312985 w 5251939"/>
              <a:gd name="connsiteY22" fmla="*/ 4324451 h 4878432"/>
              <a:gd name="connsiteX23" fmla="*/ 642230 w 5251939"/>
              <a:gd name="connsiteY23" fmla="*/ 4324451 h 4878432"/>
              <a:gd name="connsiteX24" fmla="*/ 642230 w 5251939"/>
              <a:gd name="connsiteY24" fmla="*/ 3624890 h 4878432"/>
              <a:gd name="connsiteX25" fmla="*/ 0 w 5251939"/>
              <a:gd name="connsiteY25" fmla="*/ 3624890 h 4878432"/>
              <a:gd name="connsiteX26" fmla="*/ 0 w 5251939"/>
              <a:gd name="connsiteY26" fmla="*/ 375409 h 4878432"/>
              <a:gd name="connsiteX27" fmla="*/ 633046 w 5251939"/>
              <a:gd name="connsiteY27" fmla="*/ 375409 h 4878432"/>
              <a:gd name="connsiteX28" fmla="*/ 633046 w 5251939"/>
              <a:gd name="connsiteY28" fmla="*/ 1379096 h 4878432"/>
              <a:gd name="connsiteX29" fmla="*/ 1312985 w 5251939"/>
              <a:gd name="connsiteY29" fmla="*/ 1379096 h 4878432"/>
              <a:gd name="connsiteX30" fmla="*/ 1312985 w 5251939"/>
              <a:gd name="connsiteY30" fmla="*/ 0 h 4878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251939" h="4878432">
                <a:moveTo>
                  <a:pt x="1312985" y="0"/>
                </a:moveTo>
                <a:lnTo>
                  <a:pt x="1975340" y="0"/>
                </a:lnTo>
                <a:lnTo>
                  <a:pt x="1975340" y="982231"/>
                </a:lnTo>
                <a:lnTo>
                  <a:pt x="2648832" y="982231"/>
                </a:lnTo>
                <a:lnTo>
                  <a:pt x="2648832" y="1148083"/>
                </a:lnTo>
                <a:lnTo>
                  <a:pt x="3328771" y="1148083"/>
                </a:lnTo>
                <a:lnTo>
                  <a:pt x="3328771" y="0"/>
                </a:lnTo>
                <a:lnTo>
                  <a:pt x="4572000" y="0"/>
                </a:lnTo>
                <a:lnTo>
                  <a:pt x="4572000" y="1000460"/>
                </a:lnTo>
                <a:lnTo>
                  <a:pt x="5251939" y="1000460"/>
                </a:lnTo>
                <a:lnTo>
                  <a:pt x="5251939" y="4279967"/>
                </a:lnTo>
                <a:lnTo>
                  <a:pt x="4572000" y="4279967"/>
                </a:lnTo>
                <a:cubicBezTo>
                  <a:pt x="4571611" y="4041281"/>
                  <a:pt x="4571223" y="3802595"/>
                  <a:pt x="4570834" y="3563909"/>
                </a:cubicBezTo>
                <a:lnTo>
                  <a:pt x="3890895" y="3563909"/>
                </a:lnTo>
                <a:lnTo>
                  <a:pt x="3890895" y="4878432"/>
                </a:lnTo>
                <a:lnTo>
                  <a:pt x="3297114" y="4878432"/>
                </a:lnTo>
                <a:lnTo>
                  <a:pt x="3297114" y="3911406"/>
                </a:lnTo>
                <a:lnTo>
                  <a:pt x="2617175" y="3911406"/>
                </a:lnTo>
                <a:lnTo>
                  <a:pt x="2617175" y="4324451"/>
                </a:lnTo>
                <a:lnTo>
                  <a:pt x="1968893" y="4324451"/>
                </a:lnTo>
                <a:lnTo>
                  <a:pt x="1968893" y="4878432"/>
                </a:lnTo>
                <a:lnTo>
                  <a:pt x="1312985" y="4878432"/>
                </a:lnTo>
                <a:lnTo>
                  <a:pt x="1312985" y="4324451"/>
                </a:lnTo>
                <a:lnTo>
                  <a:pt x="642230" y="4324451"/>
                </a:lnTo>
                <a:lnTo>
                  <a:pt x="642230" y="3624890"/>
                </a:lnTo>
                <a:lnTo>
                  <a:pt x="0" y="3624890"/>
                </a:lnTo>
                <a:lnTo>
                  <a:pt x="0" y="375409"/>
                </a:lnTo>
                <a:lnTo>
                  <a:pt x="633046" y="375409"/>
                </a:lnTo>
                <a:lnTo>
                  <a:pt x="633046" y="1379096"/>
                </a:lnTo>
                <a:lnTo>
                  <a:pt x="1312985" y="1379096"/>
                </a:lnTo>
                <a:lnTo>
                  <a:pt x="1312985" y="0"/>
                </a:lnTo>
                <a:close/>
              </a:path>
            </a:pathLst>
          </a:custGeom>
          <a:effectLst>
            <a:innerShdw blurRad="254000" dist="127000">
              <a:prstClr val="black">
                <a:alpha val="5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75065C5E-8027-4266-B6BE-BA117C6F7AC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819116" y="1003687"/>
            <a:ext cx="3991884" cy="40767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20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8F64841-5495-4B23-A74E-409C28CB7AC1}"/>
              </a:ext>
            </a:extLst>
          </p:cNvPr>
          <p:cNvSpPr/>
          <p:nvPr userDrawn="1"/>
        </p:nvSpPr>
        <p:spPr>
          <a:xfrm>
            <a:off x="7415213" y="0"/>
            <a:ext cx="4776787" cy="6846932"/>
          </a:xfrm>
          <a:prstGeom prst="rect">
            <a:avLst/>
          </a:prstGeom>
          <a:solidFill>
            <a:srgbClr val="2F3342"/>
          </a:solidFill>
          <a:ln>
            <a:noFill/>
          </a:ln>
          <a:effectLst>
            <a:innerShdw blurRad="254000" dist="1270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 anchor="ctr">
            <a:noAutofit/>
          </a:bodyPr>
          <a:lstStyle>
            <a:lvl1pPr algn="l">
              <a:defRPr sz="3200" spc="3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625512"/>
            <a:ext cx="4018722" cy="4636392"/>
          </a:xfrm>
        </p:spPr>
        <p:txBody>
          <a:bodyPr lIns="0" rIns="0">
            <a:normAutofit/>
          </a:bodyPr>
          <a:lstStyle>
            <a:lvl1pPr>
              <a:lnSpc>
                <a:spcPct val="150000"/>
              </a:lnSpc>
              <a:defRPr sz="16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CAAB964-0A56-4842-AA82-7610F726CD1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819116" y="1003687"/>
            <a:ext cx="3991884" cy="40767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2000" spc="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83349C3-B089-45CF-9643-0D25E709663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0"/>
            <a:ext cx="7415213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7D247BC-E419-4355-8738-B9CE5CA19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Shape 61">
            <a:extLst>
              <a:ext uri="{FF2B5EF4-FFF2-40B4-BE49-F238E27FC236}">
                <a16:creationId xmlns:a16="http://schemas.microsoft.com/office/drawing/2014/main" id="{649B49FF-0FAA-4E6C-820C-B1F434911FDC}"/>
              </a:ext>
            </a:extLst>
          </p:cNvPr>
          <p:cNvSpPr/>
          <p:nvPr userDrawn="1"/>
        </p:nvSpPr>
        <p:spPr>
          <a:xfrm>
            <a:off x="10184825" y="6413649"/>
            <a:ext cx="1399614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Bebas"/>
              </a:rPr>
              <a:t>FABRIKAM</a:t>
            </a:r>
            <a:endParaRPr lang="en-US" sz="2400" b="1" i="0" spc="0" dirty="0">
              <a:solidFill>
                <a:schemeClr val="bg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676957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7754" y="365125"/>
            <a:ext cx="6043246" cy="573989"/>
          </a:xfrm>
        </p:spPr>
        <p:txBody>
          <a:bodyPr anchor="ctr">
            <a:noAutofit/>
          </a:bodyPr>
          <a:lstStyle>
            <a:lvl1pPr algn="l">
              <a:defRPr sz="3600" spc="300"/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7754" y="1625512"/>
            <a:ext cx="6043246" cy="463639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600"/>
            </a:lvl1pPr>
            <a:lvl2pPr>
              <a:lnSpc>
                <a:spcPct val="150000"/>
              </a:lnSpc>
              <a:defRPr sz="1400"/>
            </a:lvl2pPr>
            <a:lvl3pPr>
              <a:lnSpc>
                <a:spcPct val="150000"/>
              </a:lnSpc>
              <a:defRPr sz="140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CAAB964-0A56-4842-AA82-7610F726CD1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767754" y="1003687"/>
            <a:ext cx="6043246" cy="365125"/>
          </a:xfrm>
        </p:spPr>
        <p:txBody>
          <a:bodyPr anchor="ctr">
            <a:noAutofit/>
          </a:bodyPr>
          <a:lstStyle>
            <a:lvl1pPr marL="0" indent="0">
              <a:buNone/>
              <a:defRPr sz="20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>
            <a:innerShdw blurRad="254000" dist="127000">
              <a:prstClr val="black">
                <a:alpha val="5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0849B93-E2CE-4654-9EC7-7DFA141A55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04689" y="5038489"/>
            <a:ext cx="5933872" cy="36512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spc="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E94348-3BFC-4B39-9C3B-628E777B98F4}"/>
              </a:ext>
            </a:extLst>
          </p:cNvPr>
          <p:cNvSpPr/>
          <p:nvPr userDrawn="1"/>
        </p:nvSpPr>
        <p:spPr>
          <a:xfrm>
            <a:off x="0" y="0"/>
            <a:ext cx="6107906" cy="6858000"/>
          </a:xfrm>
          <a:custGeom>
            <a:avLst/>
            <a:gdLst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6107906 w 6107906"/>
              <a:gd name="connsiteY2" fmla="*/ 6858000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4233386 w 6107906"/>
              <a:gd name="connsiteY2" fmla="*/ 6858000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4593309 w 6107906"/>
              <a:gd name="connsiteY2" fmla="*/ 6848272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  <a:gd name="connsiteX0" fmla="*/ 1517515 w 6107906"/>
              <a:gd name="connsiteY0" fmla="*/ 0 h 6858000"/>
              <a:gd name="connsiteX1" fmla="*/ 6107906 w 6107906"/>
              <a:gd name="connsiteY1" fmla="*/ 0 h 6858000"/>
              <a:gd name="connsiteX2" fmla="*/ 4593309 w 6107906"/>
              <a:gd name="connsiteY2" fmla="*/ 6848272 h 6858000"/>
              <a:gd name="connsiteX3" fmla="*/ 0 w 6107906"/>
              <a:gd name="connsiteY3" fmla="*/ 6858000 h 6858000"/>
              <a:gd name="connsiteX4" fmla="*/ 1517515 w 610790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07906" h="6858000">
                <a:moveTo>
                  <a:pt x="1517515" y="0"/>
                </a:moveTo>
                <a:lnTo>
                  <a:pt x="6107906" y="0"/>
                </a:lnTo>
                <a:lnTo>
                  <a:pt x="4593309" y="6848272"/>
                </a:lnTo>
                <a:lnTo>
                  <a:pt x="0" y="6858000"/>
                </a:lnTo>
                <a:lnTo>
                  <a:pt x="1517515" y="0"/>
                </a:lnTo>
                <a:close/>
              </a:path>
            </a:pathLst>
          </a:custGeom>
          <a:gradFill>
            <a:gsLst>
              <a:gs pos="0">
                <a:srgbClr val="01023B">
                  <a:alpha val="80000"/>
                </a:srgbClr>
              </a:gs>
              <a:gs pos="100000">
                <a:srgbClr val="E99757">
                  <a:lumMod val="97000"/>
                  <a:lumOff val="3000"/>
                  <a:alpha val="80000"/>
                </a:srgbClr>
              </a:gs>
              <a:gs pos="50000">
                <a:srgbClr val="A53F52">
                  <a:alpha val="8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219AD9-34B1-4C27-8648-E7D7C69C07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4689" y="1546699"/>
            <a:ext cx="5933872" cy="3491790"/>
          </a:xfrm>
        </p:spPr>
        <p:txBody>
          <a:bodyPr anchor="ctr"/>
          <a:lstStyle>
            <a:lvl1pPr algn="ctr">
              <a:defRPr sz="6000" b="1" spc="3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1257312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B66B20-A484-4A16-A015-2118F9AF2101}"/>
              </a:ext>
            </a:extLst>
          </p:cNvPr>
          <p:cNvSpPr/>
          <p:nvPr userDrawn="1"/>
        </p:nvSpPr>
        <p:spPr>
          <a:xfrm>
            <a:off x="0" y="0"/>
            <a:ext cx="6107906" cy="6858000"/>
          </a:xfrm>
          <a:custGeom>
            <a:avLst/>
            <a:gdLst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6107906 w 6107906"/>
              <a:gd name="connsiteY2" fmla="*/ 6858000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4233386 w 6107906"/>
              <a:gd name="connsiteY2" fmla="*/ 6858000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07906" h="6858000">
                <a:moveTo>
                  <a:pt x="0" y="0"/>
                </a:moveTo>
                <a:lnTo>
                  <a:pt x="6107906" y="0"/>
                </a:lnTo>
                <a:lnTo>
                  <a:pt x="4233386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1023B">
                  <a:alpha val="80000"/>
                </a:srgbClr>
              </a:gs>
              <a:gs pos="100000">
                <a:srgbClr val="E99757">
                  <a:lumMod val="97000"/>
                  <a:lumOff val="3000"/>
                  <a:alpha val="80000"/>
                </a:srgbClr>
              </a:gs>
              <a:gs pos="50000">
                <a:srgbClr val="A53F52">
                  <a:alpha val="8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209064"/>
            <a:ext cx="5251450" cy="365125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4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20779"/>
            <a:ext cx="5251450" cy="1661297"/>
          </a:xfrm>
        </p:spPr>
        <p:txBody>
          <a:bodyPr anchor="ctr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2457350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27944-63F0-4B2F-AD45-448C6DF7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DAC0D-26BC-4E19-94BF-7F158080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63BDE4-1CD0-AC4C-A2A9-C858427B0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7265051-1E5A-D844-BA21-38331551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519" y="1690117"/>
            <a:ext cx="10989920" cy="448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296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1CCD8B1-7DA9-46E5-8EC4-7B1E0D7E9B20}"/>
              </a:ext>
            </a:extLst>
          </p:cNvPr>
          <p:cNvSpPr/>
          <p:nvPr userDrawn="1"/>
        </p:nvSpPr>
        <p:spPr>
          <a:xfrm>
            <a:off x="6084094" y="1189038"/>
            <a:ext cx="6107906" cy="5668962"/>
          </a:xfrm>
          <a:prstGeom prst="rect">
            <a:avLst/>
          </a:prstGeom>
          <a:gradFill>
            <a:gsLst>
              <a:gs pos="0">
                <a:srgbClr val="01023B">
                  <a:alpha val="80000"/>
                </a:srgbClr>
              </a:gs>
              <a:gs pos="100000">
                <a:srgbClr val="E99757">
                  <a:lumMod val="97000"/>
                  <a:lumOff val="3000"/>
                  <a:alpha val="80000"/>
                </a:srgbClr>
              </a:gs>
              <a:gs pos="50000">
                <a:srgbClr val="A53F52">
                  <a:alpha val="8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E18C59-4654-4610-A461-4DAD6B9AA844}"/>
              </a:ext>
            </a:extLst>
          </p:cNvPr>
          <p:cNvSpPr/>
          <p:nvPr userDrawn="1"/>
        </p:nvSpPr>
        <p:spPr>
          <a:xfrm>
            <a:off x="0" y="1189038"/>
            <a:ext cx="6096000" cy="5668962"/>
          </a:xfrm>
          <a:prstGeom prst="rect">
            <a:avLst/>
          </a:prstGeom>
          <a:solidFill>
            <a:srgbClr val="2F3342"/>
          </a:solidFill>
          <a:ln>
            <a:noFill/>
          </a:ln>
          <a:effectLst>
            <a:innerShdw blurRad="254000" dist="127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289BF-FC60-4B0A-9338-19DFADB75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0"/>
            <a:ext cx="11002962" cy="1189038"/>
          </a:xfrm>
        </p:spPr>
        <p:txBody>
          <a:bodyPr>
            <a:normAutofit/>
          </a:bodyPr>
          <a:lstStyle>
            <a:lvl1pPr algn="ctr">
              <a:defRPr sz="3600" spc="3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A91F3-AE43-4DDA-AB24-49CF87963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1827972"/>
            <a:ext cx="5157787" cy="494506"/>
          </a:xfrm>
        </p:spPr>
        <p:txBody>
          <a:bodyPr lIns="0" tIns="0" rIns="0" bIns="0" anchor="ctr"/>
          <a:lstStyle>
            <a:lvl1pPr marL="0" indent="0">
              <a:buNone/>
              <a:defRPr sz="2400" b="0" spc="60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A648F6-CDB4-4032-9F98-6ED11F980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2342356"/>
            <a:ext cx="5157787" cy="3684588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defRPr sz="16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8F648F-0299-4352-914D-9ACEEF6FE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1827972"/>
            <a:ext cx="5183188" cy="494506"/>
          </a:xfrm>
        </p:spPr>
        <p:txBody>
          <a:bodyPr lIns="0" tIns="0" rIns="0" bIns="0" anchor="ctr"/>
          <a:lstStyle>
            <a:lvl1pPr marL="0" indent="0">
              <a:buNone/>
              <a:defRPr sz="2400" b="0" spc="60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215A19-FA39-4BD0-87C2-8DA3B8C587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2342356"/>
            <a:ext cx="5183188" cy="3684588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defRPr sz="16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19B710-B005-42F3-BB0B-EDD61A82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57843-7A19-4C1A-A6EB-82840DAE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1CCD8B1-7DA9-46E5-8EC4-7B1E0D7E9B20}"/>
              </a:ext>
            </a:extLst>
          </p:cNvPr>
          <p:cNvSpPr/>
          <p:nvPr userDrawn="1"/>
        </p:nvSpPr>
        <p:spPr>
          <a:xfrm>
            <a:off x="6084094" y="1189038"/>
            <a:ext cx="6107906" cy="5668962"/>
          </a:xfrm>
          <a:prstGeom prst="rect">
            <a:avLst/>
          </a:prstGeom>
          <a:gradFill>
            <a:gsLst>
              <a:gs pos="0">
                <a:srgbClr val="01023B">
                  <a:alpha val="80000"/>
                </a:srgbClr>
              </a:gs>
              <a:gs pos="100000">
                <a:srgbClr val="E99757">
                  <a:lumMod val="97000"/>
                  <a:lumOff val="3000"/>
                  <a:alpha val="80000"/>
                </a:srgbClr>
              </a:gs>
              <a:gs pos="50000">
                <a:srgbClr val="A53F52">
                  <a:alpha val="8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E18C59-4654-4610-A461-4DAD6B9AA844}"/>
              </a:ext>
            </a:extLst>
          </p:cNvPr>
          <p:cNvSpPr/>
          <p:nvPr userDrawn="1"/>
        </p:nvSpPr>
        <p:spPr>
          <a:xfrm>
            <a:off x="0" y="1189038"/>
            <a:ext cx="6096000" cy="5668962"/>
          </a:xfrm>
          <a:prstGeom prst="rect">
            <a:avLst/>
          </a:prstGeom>
          <a:solidFill>
            <a:srgbClr val="2F3342"/>
          </a:solidFill>
          <a:ln>
            <a:noFill/>
          </a:ln>
          <a:effectLst>
            <a:innerShdw blurRad="254000" dist="127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289BF-FC60-4B0A-9338-19DFADB75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0"/>
            <a:ext cx="11002962" cy="1189038"/>
          </a:xfrm>
        </p:spPr>
        <p:txBody>
          <a:bodyPr>
            <a:normAutofit/>
          </a:bodyPr>
          <a:lstStyle>
            <a:lvl1pPr algn="ctr">
              <a:defRPr sz="3600" spc="3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19B710-B005-42F3-BB0B-EDD61A82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57843-7A19-4C1A-A6EB-82840DAE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Shape 61">
            <a:extLst>
              <a:ext uri="{FF2B5EF4-FFF2-40B4-BE49-F238E27FC236}">
                <a16:creationId xmlns:a16="http://schemas.microsoft.com/office/drawing/2014/main" id="{675B8062-1FC4-4E68-B7AF-45AB92A9F7B4}"/>
              </a:ext>
            </a:extLst>
          </p:cNvPr>
          <p:cNvSpPr/>
          <p:nvPr userDrawn="1"/>
        </p:nvSpPr>
        <p:spPr>
          <a:xfrm>
            <a:off x="10184825" y="6413649"/>
            <a:ext cx="1399614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Bebas"/>
              </a:rPr>
              <a:t>FABRIKAM</a:t>
            </a:r>
            <a:endParaRPr lang="en-US" sz="2400" b="1" i="0" spc="0" dirty="0">
              <a:solidFill>
                <a:schemeClr val="bg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B178DD2-BCD4-4E9E-8EAA-0A3AB74C6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4519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B7D881D-13DE-4377-AA74-0EBFD9C99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5881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05847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0E18C59-4654-4610-A461-4DAD6B9AA844}"/>
              </a:ext>
            </a:extLst>
          </p:cNvPr>
          <p:cNvSpPr/>
          <p:nvPr userDrawn="1"/>
        </p:nvSpPr>
        <p:spPr>
          <a:xfrm>
            <a:off x="0" y="0"/>
            <a:ext cx="5032374" cy="6858000"/>
          </a:xfrm>
          <a:prstGeom prst="rect">
            <a:avLst/>
          </a:prstGeom>
          <a:solidFill>
            <a:srgbClr val="2F3342"/>
          </a:solidFill>
          <a:ln>
            <a:noFill/>
          </a:ln>
          <a:effectLst>
            <a:innerShdw blurRad="254000" dist="127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289BF-FC60-4B0A-9338-19DFADB75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801277"/>
            <a:ext cx="3932238" cy="1583703"/>
          </a:xfrm>
        </p:spPr>
        <p:txBody>
          <a:bodyPr>
            <a:normAutofit/>
          </a:bodyPr>
          <a:lstStyle>
            <a:lvl1pPr algn="l">
              <a:defRPr sz="3600" spc="3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19B710-B005-42F3-BB0B-EDD61A82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57843-7A19-4C1A-A6EB-82840DAE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B8C1683-B5FA-422D-82FD-3E04C0D01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80552"/>
            <a:ext cx="3932237" cy="338843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4332CC6-AF18-49EE-9933-50E3E93F6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801277"/>
            <a:ext cx="6565106" cy="505977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0794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0E18C59-4654-4610-A461-4DAD6B9AA844}"/>
              </a:ext>
            </a:extLst>
          </p:cNvPr>
          <p:cNvSpPr/>
          <p:nvPr userDrawn="1"/>
        </p:nvSpPr>
        <p:spPr>
          <a:xfrm>
            <a:off x="0" y="0"/>
            <a:ext cx="5032374" cy="6858000"/>
          </a:xfrm>
          <a:prstGeom prst="rect">
            <a:avLst/>
          </a:prstGeom>
          <a:solidFill>
            <a:srgbClr val="2F3342"/>
          </a:solidFill>
          <a:ln>
            <a:noFill/>
          </a:ln>
          <a:effectLst>
            <a:innerShdw blurRad="254000" dist="127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289BF-FC60-4B0A-9338-19DFADB75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801277"/>
            <a:ext cx="3932238" cy="1583703"/>
          </a:xfrm>
        </p:spPr>
        <p:txBody>
          <a:bodyPr>
            <a:normAutofit/>
          </a:bodyPr>
          <a:lstStyle>
            <a:lvl1pPr algn="l">
              <a:defRPr sz="3600" spc="3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19B710-B005-42F3-BB0B-EDD61A82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57843-7A19-4C1A-A6EB-82840DAE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3C3E625-3996-4407-8E4D-475EF610D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84980"/>
            <a:ext cx="3932237" cy="348400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E87E45D5-103F-4407-822F-E7FAE02D6A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801277"/>
            <a:ext cx="6565106" cy="505977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662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B0C003-2795-4473-BA28-C10CB4619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626D5-ACB5-4E77-B485-5F611FBCF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432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D712C6-2A37-4F08-AF12-D70F8C809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Shape 61">
            <a:extLst>
              <a:ext uri="{FF2B5EF4-FFF2-40B4-BE49-F238E27FC236}">
                <a16:creationId xmlns:a16="http://schemas.microsoft.com/office/drawing/2014/main" id="{0A2ACE11-44E0-44ED-AA10-CB0B57204E89}"/>
              </a:ext>
            </a:extLst>
          </p:cNvPr>
          <p:cNvSpPr/>
          <p:nvPr userDrawn="1"/>
        </p:nvSpPr>
        <p:spPr>
          <a:xfrm>
            <a:off x="9391448" y="6353738"/>
            <a:ext cx="1186030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kern="1200" dirty="0">
                <a:solidFill>
                  <a:srgbClr val="2C2153"/>
                </a:solidFill>
                <a:latin typeface="+mn-lt"/>
                <a:ea typeface="+mn-ea"/>
                <a:cs typeface="+mn-cs"/>
                <a:sym typeface="Bebas"/>
              </a:rPr>
              <a:t>Tech Talk</a:t>
            </a:r>
            <a:endParaRPr lang="en-US" sz="2400" b="1" i="0" spc="0" dirty="0">
              <a:solidFill>
                <a:srgbClr val="A53F52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7" r:id="rId2"/>
    <p:sldLayoutId id="2147483651" r:id="rId3"/>
    <p:sldLayoutId id="2147483668" r:id="rId4"/>
    <p:sldLayoutId id="2147483660" r:id="rId5"/>
    <p:sldLayoutId id="2147483664" r:id="rId6"/>
    <p:sldLayoutId id="2147483661" r:id="rId7"/>
    <p:sldLayoutId id="2147483674" r:id="rId8"/>
    <p:sldLayoutId id="2147483675" r:id="rId9"/>
    <p:sldLayoutId id="2147483673" r:id="rId10"/>
    <p:sldLayoutId id="2147483653" r:id="rId11"/>
    <p:sldLayoutId id="2147483670" r:id="rId12"/>
    <p:sldLayoutId id="2147483671" r:id="rId13"/>
    <p:sldLayoutId id="2147483672" r:id="rId14"/>
    <p:sldLayoutId id="2147483655" r:id="rId15"/>
    <p:sldLayoutId id="2147483666" r:id="rId16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file:////var/folders/5_/m891m0095fl3sw47lfkz3jxwn_j146/T/com.microsoft.Word/WebArchiveCopyPasteTempFiles/page30image1831392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file:////var/folders/5_/m891m0095fl3sw47lfkz3jxwn_j146/T/com.microsoft.Word/WebArchiveCopyPasteTempFiles/page37image1817952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file:////var/folders/5_/m891m0095fl3sw47lfkz3jxwn_j146/T/com.microsoft.Word/WebArchiveCopyPasteTempFiles/model-stages-from-experiment-to-web-service.png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Placeholder 27" descr="Abstract Building">
            <a:extLst>
              <a:ext uri="{FF2B5EF4-FFF2-40B4-BE49-F238E27FC236}">
                <a16:creationId xmlns:a16="http://schemas.microsoft.com/office/drawing/2014/main" id="{CE10ABE1-BE78-4DEC-9C0A-46282D549D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Rectangle 4" descr="Accent block">
            <a:extLst>
              <a:ext uri="{FF2B5EF4-FFF2-40B4-BE49-F238E27FC236}">
                <a16:creationId xmlns:a16="http://schemas.microsoft.com/office/drawing/2014/main" id="{979F9DAD-F6B0-4ECC-8632-4B5E05098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1023B">
                  <a:alpha val="70000"/>
                </a:srgbClr>
              </a:gs>
              <a:gs pos="100000">
                <a:srgbClr val="E99757">
                  <a:lumMod val="97000"/>
                  <a:lumOff val="3000"/>
                  <a:alpha val="70000"/>
                </a:srgbClr>
              </a:gs>
              <a:gs pos="50000">
                <a:srgbClr val="A53F52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365" y="3013675"/>
            <a:ext cx="10787270" cy="830649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Insight Machine Learning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374F3-8067-4EDC-F0FE-E9737CF1B1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3968" y="841123"/>
            <a:ext cx="1924050" cy="8001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FDE51BF-2A3A-50DE-41DD-CCB1C8298E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2045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Placeholder 27" descr="Abstract Building">
            <a:extLst>
              <a:ext uri="{FF2B5EF4-FFF2-40B4-BE49-F238E27FC236}">
                <a16:creationId xmlns:a16="http://schemas.microsoft.com/office/drawing/2014/main" id="{CE10ABE1-BE78-4DEC-9C0A-46282D549D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Rectangle 4" descr="Accent block">
            <a:extLst>
              <a:ext uri="{FF2B5EF4-FFF2-40B4-BE49-F238E27FC236}">
                <a16:creationId xmlns:a16="http://schemas.microsoft.com/office/drawing/2014/main" id="{979F9DAD-F6B0-4ECC-8632-4B5E050986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1023B">
                  <a:alpha val="70000"/>
                </a:srgbClr>
              </a:gs>
              <a:gs pos="100000">
                <a:srgbClr val="E99757">
                  <a:lumMod val="97000"/>
                  <a:lumOff val="3000"/>
                  <a:alpha val="70000"/>
                </a:srgbClr>
              </a:gs>
              <a:gs pos="50000">
                <a:srgbClr val="A53F52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  <a:p>
            <a:pPr algn="ctr"/>
            <a:r>
              <a:rPr lang="en-US" dirty="0"/>
              <a:t>ML Workflow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Time Series Forecast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Demo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F53387D-60F4-C242-8587-0D9237F81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70275" y="331878"/>
            <a:ext cx="5251450" cy="365125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211676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EB9CFCD4-D797-EB44-B8DB-65A347DAD3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66863C4-51E9-CD49-B816-5B224B740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365" y="3013675"/>
            <a:ext cx="10787270" cy="830649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BE925-8C96-334A-9A79-DFCBCCD5D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63378C7D-08BA-314A-B1C4-A9FE0C8574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363" y="2011363"/>
            <a:ext cx="7811274" cy="412591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3718F69-3E46-4148-9768-1DDDEB970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720001"/>
            <a:ext cx="10752000" cy="570918"/>
          </a:xfrm>
        </p:spPr>
        <p:txBody>
          <a:bodyPr>
            <a:normAutofit fontScale="90000"/>
          </a:bodyPr>
          <a:lstStyle/>
          <a:p>
            <a:r>
              <a:rPr lang="en-US" dirty="0"/>
              <a:t>Machine Learning Algorithm</a:t>
            </a:r>
          </a:p>
        </p:txBody>
      </p:sp>
    </p:spTree>
    <p:extLst>
      <p:ext uri="{BB962C8B-B14F-4D97-AF65-F5344CB8AC3E}">
        <p14:creationId xmlns:p14="http://schemas.microsoft.com/office/powerpoint/2010/main" val="1168401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1106C-73F3-5446-A3F5-D40831269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Types of Learning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A46C3FC-79CD-954D-8F87-57F6D787D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6F309A-7173-C64C-9B4E-F76D9AF8D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pPr>
              <a:buSzPts val="2500"/>
              <a:buFont typeface="Arial" panose="020B0604020202020204" pitchFamily="34" charset="0"/>
              <a:buChar char="•"/>
            </a:pPr>
            <a:r>
              <a:rPr lang="en-US" b="1" dirty="0">
                <a:latin typeface="FS Joey "/>
              </a:rPr>
              <a:t>Supervised learning</a:t>
            </a:r>
          </a:p>
          <a:p>
            <a:pPr>
              <a:buSzPts val="2500"/>
            </a:pPr>
            <a:r>
              <a:rPr lang="en-US" dirty="0">
                <a:latin typeface="FS Joey "/>
              </a:rPr>
              <a:t>Training data includes desired outputs</a:t>
            </a:r>
          </a:p>
          <a:p>
            <a:pPr>
              <a:buSzPts val="2500"/>
              <a:buFont typeface="Arial" panose="020B0604020202020204" pitchFamily="34" charset="0"/>
              <a:buChar char="•"/>
            </a:pPr>
            <a:r>
              <a:rPr lang="en-US" b="1" dirty="0">
                <a:latin typeface="FS Joey "/>
              </a:rPr>
              <a:t>Unsupervised learning</a:t>
            </a:r>
          </a:p>
          <a:p>
            <a:pPr>
              <a:buSzPts val="2500"/>
            </a:pPr>
            <a:r>
              <a:rPr lang="en-US" dirty="0">
                <a:latin typeface="FS Joey "/>
              </a:rPr>
              <a:t>Training data does not include desired outputs</a:t>
            </a:r>
          </a:p>
          <a:p>
            <a:pPr>
              <a:buSzPts val="2500"/>
              <a:buFont typeface="Arial" panose="020B0604020202020204" pitchFamily="34" charset="0"/>
              <a:buChar char="•"/>
            </a:pPr>
            <a:r>
              <a:rPr lang="en-US" b="1" dirty="0">
                <a:latin typeface="FS Joey "/>
              </a:rPr>
              <a:t>Semi-supervised learning</a:t>
            </a:r>
          </a:p>
          <a:p>
            <a:pPr>
              <a:buSzPts val="2500"/>
            </a:pPr>
            <a:r>
              <a:rPr lang="en-US" dirty="0">
                <a:latin typeface="FS Joey "/>
              </a:rPr>
              <a:t>Training data includes a few desired outputs</a:t>
            </a:r>
          </a:p>
          <a:p>
            <a:pPr>
              <a:buSzPts val="2500"/>
              <a:buFont typeface="Arial" panose="020B0604020202020204" pitchFamily="34" charset="0"/>
              <a:buChar char="•"/>
            </a:pPr>
            <a:r>
              <a:rPr lang="en-US" b="1" dirty="0">
                <a:latin typeface="FS Joey "/>
              </a:rPr>
              <a:t>Reinforcement learning</a:t>
            </a:r>
          </a:p>
          <a:p>
            <a:pPr>
              <a:buSzPts val="2500"/>
            </a:pPr>
            <a:r>
              <a:rPr lang="en-US" dirty="0">
                <a:latin typeface="FS Joey "/>
              </a:rPr>
              <a:t>Rewards from sequence of actions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E78984-4545-E240-BD6F-DB18EDBB1CF5}"/>
              </a:ext>
            </a:extLst>
          </p:cNvPr>
          <p:cNvSpPr/>
          <p:nvPr/>
        </p:nvSpPr>
        <p:spPr>
          <a:xfrm>
            <a:off x="5733535" y="1285103"/>
            <a:ext cx="6014759" cy="4955059"/>
          </a:xfrm>
          <a:prstGeom prst="rect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BF63D4E-9CC5-464E-BF87-AB0E331F6C12}"/>
              </a:ext>
            </a:extLst>
          </p:cNvPr>
          <p:cNvSpPr/>
          <p:nvPr/>
        </p:nvSpPr>
        <p:spPr>
          <a:xfrm>
            <a:off x="5183188" y="518984"/>
            <a:ext cx="1575958" cy="1717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B865E5D-4A43-DD4E-B585-B8044C7C39CA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pic>
        <p:nvPicPr>
          <p:cNvPr id="169" name="Picture 168">
            <a:extLst>
              <a:ext uri="{FF2B5EF4-FFF2-40B4-BE49-F238E27FC236}">
                <a16:creationId xmlns:a16="http://schemas.microsoft.com/office/drawing/2014/main" id="{888F9E57-390E-DC4A-BE57-EC0CA3259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751" y="1837763"/>
            <a:ext cx="6603466" cy="4137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855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9DCA22-068C-C845-A4BB-180AE0B9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EE5DFB-8CDA-D647-B9C5-707F4BEEE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90B58-C44E-2548-9E21-85C9E38CE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85603"/>
            <a:ext cx="13273315" cy="379295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2B75701-6575-F242-BEA1-79A5F5426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8488" y="1414461"/>
            <a:ext cx="1768475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7" name="Picture 18" descr="page30image1831392">
            <a:extLst>
              <a:ext uri="{FF2B5EF4-FFF2-40B4-BE49-F238E27FC236}">
                <a16:creationId xmlns:a16="http://schemas.microsoft.com/office/drawing/2014/main" id="{AEC9D3E4-6D40-034D-B249-35573C324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365" y="283449"/>
            <a:ext cx="6891339" cy="5694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4118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DBEA0E-B8CB-6240-84ED-A73C3D787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37810E-4D05-B542-A8AB-5F6794A4F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1A5963-63F4-764B-BD19-AE13AAC42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405DF6-1DC5-4B40-9AD1-3801C59F372B}"/>
              </a:ext>
            </a:extLst>
          </p:cNvPr>
          <p:cNvSpPr/>
          <p:nvPr/>
        </p:nvSpPr>
        <p:spPr bwMode="auto">
          <a:xfrm>
            <a:off x="538166" y="2430556"/>
            <a:ext cx="2778917" cy="2958202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102" fontAlgn="base">
              <a:spcBef>
                <a:spcPts val="588"/>
              </a:spcBef>
              <a:spcAft>
                <a:spcPts val="1176"/>
              </a:spcAft>
            </a:pPr>
            <a:r>
              <a:rPr lang="en-US" sz="3137" dirty="0">
                <a:solidFill>
                  <a:srgbClr val="FFFFFF"/>
                </a:solidFill>
                <a:latin typeface="Segoe UI Light"/>
                <a:ea typeface="Segoe UI" pitchFamily="34" charset="0"/>
                <a:cs typeface="Segoe UI" pitchFamily="34" charset="0"/>
              </a:rPr>
              <a:t>Fully </a:t>
            </a:r>
            <a:br>
              <a:rPr lang="en-US" sz="3137" dirty="0">
                <a:solidFill>
                  <a:srgbClr val="FFFFFF"/>
                </a:solidFill>
                <a:latin typeface="Segoe UI Light"/>
                <a:ea typeface="Segoe UI" pitchFamily="34" charset="0"/>
                <a:cs typeface="Segoe UI" pitchFamily="34" charset="0"/>
              </a:rPr>
            </a:br>
            <a:r>
              <a:rPr lang="en-US" sz="3137" dirty="0">
                <a:solidFill>
                  <a:srgbClr val="FFFFFF"/>
                </a:solidFill>
                <a:latin typeface="Segoe UI Light"/>
                <a:ea typeface="Segoe UI" pitchFamily="34" charset="0"/>
                <a:cs typeface="Segoe UI" pitchFamily="34" charset="0"/>
              </a:rPr>
              <a:t>managed</a:t>
            </a:r>
          </a:p>
          <a:p>
            <a:pPr defTabSz="914102" fontAlgn="base">
              <a:spcBef>
                <a:spcPts val="588"/>
              </a:spcBef>
              <a:spcAft>
                <a:spcPct val="0"/>
              </a:spcAft>
            </a:pPr>
            <a:endParaRPr lang="en-US" sz="1961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  <a:p>
            <a:pPr defTabSz="914102" fontAlgn="base">
              <a:spcBef>
                <a:spcPts val="588"/>
              </a:spcBef>
              <a:spcAft>
                <a:spcPct val="0"/>
              </a:spcAft>
            </a:pPr>
            <a:endParaRPr lang="en-US" sz="1961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65B78D-5E26-2549-8576-8C0A2AB4272E}"/>
              </a:ext>
            </a:extLst>
          </p:cNvPr>
          <p:cNvSpPr/>
          <p:nvPr/>
        </p:nvSpPr>
        <p:spPr bwMode="auto">
          <a:xfrm>
            <a:off x="3317083" y="2430556"/>
            <a:ext cx="2778917" cy="2958202"/>
          </a:xfrm>
          <a:prstGeom prst="rect">
            <a:avLst/>
          </a:prstGeom>
          <a:solidFill>
            <a:srgbClr val="1D438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102" fontAlgn="base">
              <a:spcBef>
                <a:spcPts val="588"/>
              </a:spcBef>
              <a:spcAft>
                <a:spcPts val="1176"/>
              </a:spcAft>
            </a:pPr>
            <a:r>
              <a:rPr lang="en-US" sz="3137" dirty="0">
                <a:solidFill>
                  <a:srgbClr val="FFFFFF"/>
                </a:solidFill>
                <a:latin typeface="Segoe UI Light"/>
                <a:ea typeface="Segoe UI" pitchFamily="34" charset="0"/>
                <a:cs typeface="Segoe UI" pitchFamily="34" charset="0"/>
              </a:rPr>
              <a:t>Intuitive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7EB2B9-1584-FE48-B147-C819D0E79E69}"/>
              </a:ext>
            </a:extLst>
          </p:cNvPr>
          <p:cNvSpPr/>
          <p:nvPr/>
        </p:nvSpPr>
        <p:spPr bwMode="auto">
          <a:xfrm>
            <a:off x="6095999" y="2430556"/>
            <a:ext cx="2936845" cy="2958202"/>
          </a:xfrm>
          <a:prstGeom prst="rect">
            <a:avLst/>
          </a:prstGeom>
          <a:solidFill>
            <a:srgbClr val="00B05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102" fontAlgn="base">
              <a:spcBef>
                <a:spcPts val="588"/>
              </a:spcBef>
              <a:spcAft>
                <a:spcPts val="1176"/>
              </a:spcAft>
            </a:pPr>
            <a:r>
              <a:rPr lang="en-US" sz="2745" dirty="0">
                <a:solidFill>
                  <a:srgbClr val="FFFFFF"/>
                </a:solidFill>
                <a:latin typeface="Segoe UI Light"/>
                <a:ea typeface="Segoe UI" pitchFamily="34" charset="0"/>
                <a:cs typeface="Segoe UI" pitchFamily="34" charset="0"/>
              </a:rPr>
              <a:t>Best in Class Algorithms + R + </a:t>
            </a:r>
            <a:r>
              <a:rPr lang="en-US" sz="2745" i="1" dirty="0">
                <a:solidFill>
                  <a:srgbClr val="FFFFFF"/>
                </a:solidFill>
                <a:latin typeface="Segoe UI Light"/>
                <a:ea typeface="Segoe UI" pitchFamily="34" charset="0"/>
                <a:cs typeface="Segoe UI" pitchFamily="34" charset="0"/>
              </a:rPr>
              <a:t>Python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74442ED-2808-C847-9FC4-4BB90591798C}"/>
              </a:ext>
            </a:extLst>
          </p:cNvPr>
          <p:cNvSpPr/>
          <p:nvPr/>
        </p:nvSpPr>
        <p:spPr bwMode="auto">
          <a:xfrm>
            <a:off x="8874917" y="2430556"/>
            <a:ext cx="2778917" cy="29582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85" tIns="143428" rIns="179285" bIns="143428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102" fontAlgn="base">
              <a:spcBef>
                <a:spcPts val="588"/>
              </a:spcBef>
              <a:spcAft>
                <a:spcPts val="1176"/>
              </a:spcAft>
            </a:pPr>
            <a:r>
              <a:rPr lang="en-US" sz="3137" dirty="0">
                <a:solidFill>
                  <a:srgbClr val="FFFFFF"/>
                </a:solidFill>
                <a:latin typeface="Segoe UI Light"/>
                <a:ea typeface="Segoe UI" pitchFamily="34" charset="0"/>
                <a:cs typeface="Segoe UI" pitchFamily="34" charset="0"/>
              </a:rPr>
              <a:t>Deploy in minutes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DFC0BD-EC6D-BA4B-BA66-2D36A8C6E2CD}"/>
              </a:ext>
            </a:extLst>
          </p:cNvPr>
          <p:cNvSpPr/>
          <p:nvPr/>
        </p:nvSpPr>
        <p:spPr>
          <a:xfrm>
            <a:off x="508777" y="3817155"/>
            <a:ext cx="2607782" cy="1176733"/>
          </a:xfrm>
          <a:prstGeom prst="rect">
            <a:avLst/>
          </a:prstGeom>
        </p:spPr>
        <p:txBody>
          <a:bodyPr wrap="square" lIns="179285">
            <a:spAutoFit/>
          </a:bodyPr>
          <a:lstStyle/>
          <a:p>
            <a:pPr defTabSz="914102" fontAlgn="base">
              <a:spcBef>
                <a:spcPts val="588"/>
              </a:spcBef>
              <a:spcAft>
                <a:spcPct val="0"/>
              </a:spcAft>
            </a:pPr>
            <a:r>
              <a:rPr lang="en-US" sz="1765" dirty="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No software to install, no hardware </a:t>
            </a:r>
            <a:r>
              <a:rPr lang="en-US" sz="1765" spc="-98" dirty="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to manage,</a:t>
            </a:r>
            <a:r>
              <a:rPr lang="en-US" sz="1765" dirty="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 and one portal to view and update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8A7F15-BDDE-EF49-A105-C0A397C5C9C5}"/>
              </a:ext>
            </a:extLst>
          </p:cNvPr>
          <p:cNvSpPr/>
          <p:nvPr/>
        </p:nvSpPr>
        <p:spPr>
          <a:xfrm>
            <a:off x="3287692" y="3817154"/>
            <a:ext cx="2777982" cy="1176733"/>
          </a:xfrm>
          <a:prstGeom prst="rect">
            <a:avLst/>
          </a:prstGeom>
        </p:spPr>
        <p:txBody>
          <a:bodyPr wrap="square" lIns="179285">
            <a:spAutoFit/>
          </a:bodyPr>
          <a:lstStyle/>
          <a:p>
            <a:pPr defTabSz="914102" fontAlgn="base">
              <a:spcBef>
                <a:spcPts val="588"/>
              </a:spcBef>
              <a:spcAft>
                <a:spcPct val="0"/>
              </a:spcAft>
            </a:pPr>
            <a:r>
              <a:rPr lang="en-US" sz="1765" dirty="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Simple drag, drop and connect interface for both data acquisition and modeling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B687C5-F5A6-1A48-8B21-E71A9F130590}"/>
              </a:ext>
            </a:extLst>
          </p:cNvPr>
          <p:cNvSpPr/>
          <p:nvPr/>
        </p:nvSpPr>
        <p:spPr>
          <a:xfrm>
            <a:off x="6066610" y="3817153"/>
            <a:ext cx="2607782" cy="1448287"/>
          </a:xfrm>
          <a:prstGeom prst="rect">
            <a:avLst/>
          </a:prstGeom>
        </p:spPr>
        <p:txBody>
          <a:bodyPr wrap="square" lIns="179285">
            <a:spAutoFit/>
          </a:bodyPr>
          <a:lstStyle/>
          <a:p>
            <a:pPr defTabSz="914102" fontAlgn="base">
              <a:spcBef>
                <a:spcPts val="588"/>
              </a:spcBef>
              <a:spcAft>
                <a:spcPct val="0"/>
              </a:spcAft>
            </a:pPr>
            <a:r>
              <a:rPr lang="en-US" sz="1765" dirty="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Access to sample experiments, tested algorithms, support for your custom R, and over 350 R packages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8FD3858-2A80-CD45-8DDD-A9552764C085}"/>
              </a:ext>
            </a:extLst>
          </p:cNvPr>
          <p:cNvSpPr/>
          <p:nvPr/>
        </p:nvSpPr>
        <p:spPr>
          <a:xfrm>
            <a:off x="8846462" y="3817154"/>
            <a:ext cx="2607782" cy="1176733"/>
          </a:xfrm>
          <a:prstGeom prst="rect">
            <a:avLst/>
          </a:prstGeom>
        </p:spPr>
        <p:txBody>
          <a:bodyPr wrap="square" lIns="179285">
            <a:spAutoFit/>
          </a:bodyPr>
          <a:lstStyle/>
          <a:p>
            <a:pPr defTabSz="914102" fontAlgn="base">
              <a:spcBef>
                <a:spcPts val="588"/>
              </a:spcBef>
              <a:spcAft>
                <a:spcPct val="0"/>
              </a:spcAft>
            </a:pPr>
            <a:r>
              <a:rPr lang="en-US" sz="1765" dirty="0">
                <a:solidFill>
                  <a:srgbClr val="FFFFFF"/>
                </a:solidFill>
                <a:ea typeface="Segoe UI" pitchFamily="34" charset="0"/>
                <a:cs typeface="Segoe UI" pitchFamily="34" charset="0"/>
              </a:rPr>
              <a:t>Tooled for quick deployment, hand-off and updates – click “Publish Web Service” </a:t>
            </a:r>
          </a:p>
        </p:txBody>
      </p:sp>
    </p:spTree>
    <p:extLst>
      <p:ext uri="{BB962C8B-B14F-4D97-AF65-F5344CB8AC3E}">
        <p14:creationId xmlns:p14="http://schemas.microsoft.com/office/powerpoint/2010/main" val="1733534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bstract Coding&#10;">
            <a:extLst>
              <a:ext uri="{FF2B5EF4-FFF2-40B4-BE49-F238E27FC236}">
                <a16:creationId xmlns:a16="http://schemas.microsoft.com/office/drawing/2014/main" id="{5F76566E-36EF-4E0C-8563-ABC2D25923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Rectangle 13" descr="Accent block">
            <a:extLst>
              <a:ext uri="{FF2B5EF4-FFF2-40B4-BE49-F238E27FC236}">
                <a16:creationId xmlns:a16="http://schemas.microsoft.com/office/drawing/2014/main" id="{D687D26E-D67A-4318-AAB1-DCEAA89EE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0" cy="688271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2734962 w 6096000"/>
              <a:gd name="connsiteY2" fmla="*/ 6808573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82714"/>
              <a:gd name="connsiteX1" fmla="*/ 6096000 w 6096000"/>
              <a:gd name="connsiteY1" fmla="*/ 0 h 6882714"/>
              <a:gd name="connsiteX2" fmla="*/ 4242486 w 6096000"/>
              <a:gd name="connsiteY2" fmla="*/ 6882714 h 6882714"/>
              <a:gd name="connsiteX3" fmla="*/ 0 w 6096000"/>
              <a:gd name="connsiteY3" fmla="*/ 6858000 h 6882714"/>
              <a:gd name="connsiteX4" fmla="*/ 0 w 6096000"/>
              <a:gd name="connsiteY4" fmla="*/ 0 h 6882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82714">
                <a:moveTo>
                  <a:pt x="0" y="0"/>
                </a:moveTo>
                <a:lnTo>
                  <a:pt x="6096000" y="0"/>
                </a:lnTo>
                <a:lnTo>
                  <a:pt x="4242486" y="6882714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1023B">
                  <a:alpha val="70000"/>
                </a:srgbClr>
              </a:gs>
              <a:gs pos="100000">
                <a:srgbClr val="E99757">
                  <a:alpha val="70000"/>
                </a:srgbClr>
              </a:gs>
              <a:gs pos="50000">
                <a:srgbClr val="A53F52">
                  <a:alpha val="7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24B42B-925B-494C-A986-BD85E811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520779"/>
            <a:ext cx="5251450" cy="1661297"/>
          </a:xfrm>
        </p:spPr>
        <p:txBody>
          <a:bodyPr>
            <a:noAutofit/>
          </a:bodyPr>
          <a:lstStyle/>
          <a:p>
            <a:pPr>
              <a:buSzPts val="3200"/>
            </a:pPr>
            <a:r>
              <a:rPr lang="en-GB" sz="3200" dirty="0">
                <a:solidFill>
                  <a:srgbClr val="42247A"/>
                </a:solidFill>
                <a:latin typeface="Arial" panose="020B0604020202020204" pitchFamily="34" charset="0"/>
              </a:rPr>
              <a:t>Time Series Forecast</a:t>
            </a:r>
            <a:endParaRPr lang="en-NZ" sz="3200" dirty="0">
              <a:solidFill>
                <a:srgbClr val="42247A"/>
              </a:solidFill>
              <a:latin typeface="FS Joey 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A6DEC-302B-49C8-AC11-FD6F37AFA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AML</a:t>
            </a:r>
          </a:p>
        </p:txBody>
      </p:sp>
      <p:sp>
        <p:nvSpPr>
          <p:cNvPr id="2094" name="Slide Number Placeholder 2093">
            <a:extLst>
              <a:ext uri="{FF2B5EF4-FFF2-40B4-BE49-F238E27FC236}">
                <a16:creationId xmlns:a16="http://schemas.microsoft.com/office/drawing/2014/main" id="{5DA62994-769D-4C19-BB0A-5144E0A5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65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9DCA22-068C-C845-A4BB-180AE0B9C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EE5DFB-8CDA-D647-B9C5-707F4BEEE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Forecast Model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590B58-C44E-2548-9E21-85C9E38CE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85603"/>
            <a:ext cx="13273315" cy="379295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D2B75701-6575-F242-BEA1-79A5F5426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8488" y="1414461"/>
            <a:ext cx="1768475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6" name="Picture 2" descr="Time Series Forecasting: Use Cases and Examples | AltexSoft">
            <a:extLst>
              <a:ext uri="{FF2B5EF4-FFF2-40B4-BE49-F238E27FC236}">
                <a16:creationId xmlns:a16="http://schemas.microsoft.com/office/drawing/2014/main" id="{C8D2F64B-3A17-3B78-0DE6-213025230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2563" y="1219200"/>
            <a:ext cx="9286875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975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26BAAF-4BD4-C846-BBE2-97AD151F3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9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FBC94D-CA46-524E-BB48-9C67E82E9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the new prediction model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647107-E892-EB42-95F2-5447FB0BF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3297" y="1699178"/>
            <a:ext cx="10989920" cy="448684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CAA51FF-139E-8C49-8CA7-742CAAEAF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7438" y="210932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2049" name="Picture 19" descr="page37image1817952">
            <a:extLst>
              <a:ext uri="{FF2B5EF4-FFF2-40B4-BE49-F238E27FC236}">
                <a16:creationId xmlns:a16="http://schemas.microsoft.com/office/drawing/2014/main" id="{CF917CED-B4F0-A848-AE2F-741B5E6CE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438" y="1686487"/>
            <a:ext cx="5569338" cy="4359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7707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A3D025-337F-A34A-AEBE-7BC5B1EF1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D5FE9AE-4CAC-B343-96CA-6F4A5C282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Deploy predictive Web service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87016-2BD6-9042-8B1D-3AAD43D9C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D5315B6-9D10-4646-9C30-26378CCBB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7348" y="2665411"/>
            <a:ext cx="152062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3" descr="Deployment flow">
            <a:extLst>
              <a:ext uri="{FF2B5EF4-FFF2-40B4-BE49-F238E27FC236}">
                <a16:creationId xmlns:a16="http://schemas.microsoft.com/office/drawing/2014/main" id="{3ECB51E0-C22E-3845-8E1B-FBF2498910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348" y="2665412"/>
            <a:ext cx="7984043" cy="2496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1192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BDA255-908C-D24A-98A5-744CF3FF3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1173" y="801277"/>
            <a:ext cx="4537430" cy="4548645"/>
          </a:xfrm>
        </p:spPr>
        <p:txBody>
          <a:bodyPr>
            <a:normAutofit fontScale="25000" lnSpcReduction="20000"/>
          </a:bodyPr>
          <a:lstStyle/>
          <a:p>
            <a:r>
              <a:rPr lang="en-GB" altLang="zh-CN" sz="3700" dirty="0">
                <a:latin typeface="Consolas" panose="020B0609020204030204" pitchFamily="49" charset="0"/>
              </a:rPr>
              <a:t>{</a:t>
            </a:r>
          </a:p>
          <a:p>
            <a:r>
              <a:rPr lang="en-GB" altLang="zh-CN" sz="3700" dirty="0">
                <a:latin typeface="Consolas" panose="020B0609020204030204" pitchFamily="49" charset="0"/>
              </a:rPr>
              <a:t>    "type" : "</a:t>
            </a:r>
            <a:r>
              <a:rPr lang="en-GB" altLang="zh-CN" sz="3700" dirty="0" err="1">
                <a:latin typeface="Consolas" panose="020B0609020204030204" pitchFamily="49" charset="0"/>
              </a:rPr>
              <a:t>linkedServices</a:t>
            </a:r>
            <a:r>
              <a:rPr lang="en-GB" altLang="zh-CN" sz="3700" dirty="0">
                <a:latin typeface="Consolas" panose="020B0609020204030204" pitchFamily="49" charset="0"/>
              </a:rPr>
              <a:t>",</a:t>
            </a:r>
          </a:p>
          <a:p>
            <a:r>
              <a:rPr lang="en-GB" altLang="zh-CN" sz="3700" dirty="0">
                <a:latin typeface="Consolas" panose="020B0609020204030204" pitchFamily="49" charset="0"/>
              </a:rPr>
              <a:t>    "name": "</a:t>
            </a:r>
            <a:r>
              <a:rPr lang="en-GB" altLang="zh-CN" sz="3700" dirty="0" err="1">
                <a:latin typeface="Consolas" panose="020B0609020204030204" pitchFamily="49" charset="0"/>
              </a:rPr>
              <a:t>AzureMLLinkedService</a:t>
            </a:r>
            <a:r>
              <a:rPr lang="en-GB" altLang="zh-CN" sz="3700" dirty="0">
                <a:latin typeface="Consolas" panose="020B0609020204030204" pitchFamily="49" charset="0"/>
              </a:rPr>
              <a:t>",</a:t>
            </a:r>
          </a:p>
          <a:p>
            <a:r>
              <a:rPr lang="en-GB" altLang="zh-CN" sz="3700" dirty="0">
                <a:latin typeface="Consolas" panose="020B0609020204030204" pitchFamily="49" charset="0"/>
              </a:rPr>
              <a:t>    "</a:t>
            </a:r>
            <a:r>
              <a:rPr lang="en-GB" altLang="zh-CN" sz="3700" dirty="0" err="1">
                <a:latin typeface="Consolas" panose="020B0609020204030204" pitchFamily="49" charset="0"/>
              </a:rPr>
              <a:t>apiVersion</a:t>
            </a:r>
            <a:r>
              <a:rPr lang="en-GB" altLang="zh-CN" sz="3700" dirty="0">
                <a:latin typeface="Consolas" panose="020B0609020204030204" pitchFamily="49" charset="0"/>
              </a:rPr>
              <a:t>" : "2022-09-01-preview",</a:t>
            </a:r>
          </a:p>
          <a:p>
            <a:r>
              <a:rPr lang="en-GB" altLang="zh-CN" sz="3700" dirty="0">
                <a:latin typeface="Consolas" panose="020B0609020204030204" pitchFamily="49" charset="0"/>
              </a:rPr>
              <a:t>    "properties": {</a:t>
            </a:r>
          </a:p>
          <a:p>
            <a:r>
              <a:rPr lang="en-GB" altLang="zh-CN" sz="3700" dirty="0">
                <a:latin typeface="Consolas" panose="020B0609020204030204" pitchFamily="49" charset="0"/>
              </a:rPr>
              <a:t>        "type": "</a:t>
            </a:r>
            <a:r>
              <a:rPr lang="en-GB" altLang="zh-CN" sz="3700" dirty="0" err="1">
                <a:latin typeface="Consolas" panose="020B0609020204030204" pitchFamily="49" charset="0"/>
              </a:rPr>
              <a:t>AzureML</a:t>
            </a:r>
            <a:r>
              <a:rPr lang="en-GB" altLang="zh-CN" sz="3700" dirty="0">
                <a:latin typeface="Consolas" panose="020B0609020204030204" pitchFamily="49" charset="0"/>
              </a:rPr>
              <a:t>",</a:t>
            </a:r>
          </a:p>
          <a:p>
            <a:r>
              <a:rPr lang="en-GB" altLang="zh-CN" sz="3700" dirty="0">
                <a:latin typeface="Consolas" panose="020B0609020204030204" pitchFamily="49" charset="0"/>
              </a:rPr>
              <a:t>        "</a:t>
            </a:r>
            <a:r>
              <a:rPr lang="en-GB" altLang="zh-CN" sz="3700" dirty="0" err="1">
                <a:latin typeface="Consolas" panose="020B0609020204030204" pitchFamily="49" charset="0"/>
              </a:rPr>
              <a:t>typeProperties</a:t>
            </a:r>
            <a:r>
              <a:rPr lang="en-GB" altLang="zh-CN" sz="3700" dirty="0">
                <a:latin typeface="Consolas" panose="020B0609020204030204" pitchFamily="49" charset="0"/>
              </a:rPr>
              <a:t>": {</a:t>
            </a:r>
          </a:p>
          <a:p>
            <a:r>
              <a:rPr lang="en-GB" altLang="zh-CN" sz="3700" dirty="0">
                <a:latin typeface="Consolas" panose="020B0609020204030204" pitchFamily="49" charset="0"/>
              </a:rPr>
              <a:t>            "</a:t>
            </a:r>
            <a:r>
              <a:rPr lang="en-GB" altLang="zh-CN" sz="3700" dirty="0" err="1">
                <a:latin typeface="Consolas" panose="020B0609020204030204" pitchFamily="49" charset="0"/>
              </a:rPr>
              <a:t>mlEndpoint</a:t>
            </a:r>
            <a:r>
              <a:rPr lang="en-GB" altLang="zh-CN" sz="3700" dirty="0">
                <a:latin typeface="Consolas" panose="020B0609020204030204" pitchFamily="49" charset="0"/>
              </a:rPr>
              <a:t>": "URL to Azure ML Predictive Web Service",</a:t>
            </a:r>
          </a:p>
          <a:p>
            <a:r>
              <a:rPr lang="en-GB" altLang="zh-CN" sz="3700" dirty="0">
                <a:latin typeface="Consolas" panose="020B0609020204030204" pitchFamily="49" charset="0"/>
              </a:rPr>
              <a:t>            "</a:t>
            </a:r>
            <a:r>
              <a:rPr lang="en-GB" altLang="zh-CN" sz="3700" dirty="0" err="1">
                <a:latin typeface="Consolas" panose="020B0609020204030204" pitchFamily="49" charset="0"/>
              </a:rPr>
              <a:t>apiKey</a:t>
            </a:r>
            <a:r>
              <a:rPr lang="en-GB" altLang="zh-CN" sz="3700" dirty="0">
                <a:latin typeface="Consolas" panose="020B0609020204030204" pitchFamily="49" charset="0"/>
              </a:rPr>
              <a:t>": {</a:t>
            </a:r>
          </a:p>
          <a:p>
            <a:r>
              <a:rPr lang="en-GB" altLang="zh-CN" sz="3700" dirty="0">
                <a:latin typeface="Consolas" panose="020B0609020204030204" pitchFamily="49" charset="0"/>
              </a:rPr>
              <a:t>                "type": "</a:t>
            </a:r>
            <a:r>
              <a:rPr lang="en-GB" altLang="zh-CN" sz="3700" dirty="0" err="1">
                <a:latin typeface="Consolas" panose="020B0609020204030204" pitchFamily="49" charset="0"/>
              </a:rPr>
              <a:t>SecureString</a:t>
            </a:r>
            <a:r>
              <a:rPr lang="en-GB" altLang="zh-CN" sz="3700" dirty="0">
                <a:latin typeface="Consolas" panose="020B0609020204030204" pitchFamily="49" charset="0"/>
              </a:rPr>
              <a:t>",</a:t>
            </a:r>
          </a:p>
          <a:p>
            <a:r>
              <a:rPr lang="en-GB" altLang="zh-CN" sz="3700" dirty="0">
                <a:latin typeface="Consolas" panose="020B0609020204030204" pitchFamily="49" charset="0"/>
              </a:rPr>
              <a:t>                "value": "</a:t>
            </a:r>
            <a:r>
              <a:rPr lang="en-GB" altLang="zh-CN" sz="3700" dirty="0" err="1">
                <a:latin typeface="Consolas" panose="020B0609020204030204" pitchFamily="49" charset="0"/>
              </a:rPr>
              <a:t>api</a:t>
            </a:r>
            <a:r>
              <a:rPr lang="en-GB" altLang="zh-CN" sz="3700" dirty="0">
                <a:latin typeface="Consolas" panose="020B0609020204030204" pitchFamily="49" charset="0"/>
              </a:rPr>
              <a:t> key"</a:t>
            </a:r>
          </a:p>
          <a:p>
            <a:r>
              <a:rPr lang="en-GB" altLang="zh-CN" sz="3700" dirty="0">
                <a:latin typeface="Consolas" panose="020B0609020204030204" pitchFamily="49" charset="0"/>
              </a:rPr>
              <a:t>            }</a:t>
            </a:r>
          </a:p>
          <a:p>
            <a:r>
              <a:rPr lang="en-GB" altLang="zh-CN" sz="3700" dirty="0">
                <a:latin typeface="Consolas" panose="020B0609020204030204" pitchFamily="49" charset="0"/>
              </a:rPr>
              <a:t>        }</a:t>
            </a:r>
          </a:p>
          <a:p>
            <a:r>
              <a:rPr lang="en-GB" altLang="zh-CN" sz="3700" dirty="0">
                <a:latin typeface="Consolas" panose="020B0609020204030204" pitchFamily="49" charset="0"/>
              </a:rPr>
              <a:t>        "</a:t>
            </a:r>
            <a:r>
              <a:rPr lang="en-GB" altLang="zh-CN" sz="3700" dirty="0" err="1">
                <a:latin typeface="Consolas" panose="020B0609020204030204" pitchFamily="49" charset="0"/>
              </a:rPr>
              <a:t>connectVia</a:t>
            </a:r>
            <a:r>
              <a:rPr lang="en-GB" altLang="zh-CN" sz="3700" dirty="0">
                <a:latin typeface="Consolas" panose="020B0609020204030204" pitchFamily="49" charset="0"/>
              </a:rPr>
              <a:t>": {</a:t>
            </a:r>
          </a:p>
          <a:p>
            <a:r>
              <a:rPr lang="en-GB" altLang="zh-CN" sz="3700" dirty="0">
                <a:latin typeface="Consolas" panose="020B0609020204030204" pitchFamily="49" charset="0"/>
              </a:rPr>
              <a:t>            "</a:t>
            </a:r>
            <a:r>
              <a:rPr lang="en-GB" altLang="zh-CN" sz="3700" dirty="0" err="1">
                <a:latin typeface="Consolas" panose="020B0609020204030204" pitchFamily="49" charset="0"/>
              </a:rPr>
              <a:t>referenceName</a:t>
            </a:r>
            <a:r>
              <a:rPr lang="en-GB" altLang="zh-CN" sz="3700" dirty="0">
                <a:latin typeface="Consolas" panose="020B0609020204030204" pitchFamily="49" charset="0"/>
              </a:rPr>
              <a:t>": "&lt;name of Integration Runtime&gt;",</a:t>
            </a:r>
          </a:p>
          <a:p>
            <a:r>
              <a:rPr lang="en-GB" altLang="zh-CN" sz="3700" dirty="0">
                <a:latin typeface="Consolas" panose="020B0609020204030204" pitchFamily="49" charset="0"/>
              </a:rPr>
              <a:t>            "type": "</a:t>
            </a:r>
            <a:r>
              <a:rPr lang="en-GB" altLang="zh-CN" sz="3700" dirty="0" err="1">
                <a:latin typeface="Consolas" panose="020B0609020204030204" pitchFamily="49" charset="0"/>
              </a:rPr>
              <a:t>IntegrationRuntimeReference</a:t>
            </a:r>
            <a:r>
              <a:rPr lang="en-GB" altLang="zh-CN" sz="3700" dirty="0">
                <a:latin typeface="Consolas" panose="020B0609020204030204" pitchFamily="49" charset="0"/>
              </a:rPr>
              <a:t>"</a:t>
            </a:r>
          </a:p>
          <a:p>
            <a:r>
              <a:rPr lang="en-GB" altLang="zh-CN" sz="3700" dirty="0">
                <a:latin typeface="Consolas" panose="020B0609020204030204" pitchFamily="49" charset="0"/>
              </a:rPr>
              <a:t>        }</a:t>
            </a:r>
          </a:p>
          <a:p>
            <a:r>
              <a:rPr lang="en-GB" altLang="zh-CN" sz="3700" dirty="0">
                <a:latin typeface="Consolas" panose="020B0609020204030204" pitchFamily="49" charset="0"/>
              </a:rPr>
              <a:t>    }</a:t>
            </a:r>
          </a:p>
          <a:p>
            <a:r>
              <a:rPr lang="en-GB" altLang="zh-CN" sz="3700" dirty="0">
                <a:latin typeface="Consolas" panose="020B0609020204030204" pitchFamily="49" charset="0"/>
              </a:rPr>
              <a:t>}</a:t>
            </a:r>
            <a:endParaRPr lang="en-GB" altLang="zh-CN" sz="3700" dirty="0">
              <a:latin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A3CAFA4-11D1-3843-AC25-3547A6636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Calling From Pipeline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28307E-ECD5-F8A5-B0D9-6226B2E8D9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1008" y="2135869"/>
            <a:ext cx="5569466" cy="258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972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31375DA-D168-24A7-4EF1-23E1989BB71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t="6888" b="6888"/>
          <a:stretch/>
        </p:blipFill>
        <p:spPr>
          <a:xfrm>
            <a:off x="1510746" y="1368618"/>
            <a:ext cx="9758901" cy="5489382"/>
          </a:xfr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05A50-EA25-2A59-5C73-E872DD8EF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7D45-52BA-B3F1-7AD5-9A74793D0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4A903A-FED5-CD30-48F4-6B006C89F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27493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D00E590-BCAC-E196-50C5-6BAB98536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C2E478F-E849-4A8C-AF1F-CBCC78A7CBFA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15" name="Title 2">
            <a:extLst>
              <a:ext uri="{FF2B5EF4-FFF2-40B4-BE49-F238E27FC236}">
                <a16:creationId xmlns:a16="http://schemas.microsoft.com/office/drawing/2014/main" id="{1009AC3A-CE3F-682A-CDE5-A59E005CA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</p:spPr>
        <p:txBody>
          <a:bodyPr/>
          <a:lstStyle/>
          <a:p>
            <a:r>
              <a:rPr lang="en-US" dirty="0"/>
              <a:t>Number of Invoices Data Trend</a:t>
            </a:r>
          </a:p>
        </p:txBody>
      </p:sp>
      <p:pic>
        <p:nvPicPr>
          <p:cNvPr id="6" name="Picture Placeholder 5" descr="Diagram&#10;&#10;Description automatically generated">
            <a:extLst>
              <a:ext uri="{FF2B5EF4-FFF2-40B4-BE49-F238E27FC236}">
                <a16:creationId xmlns:a16="http://schemas.microsoft.com/office/drawing/2014/main" id="{39A153A9-AC3F-42C6-FDA9-7A573EC973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6602" y="1690117"/>
            <a:ext cx="7385753" cy="4486845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28B59F-DF81-0919-65A5-1F5B2F38C2FF}"/>
              </a:ext>
            </a:extLst>
          </p:cNvPr>
          <p:cNvSpPr txBox="1"/>
          <p:nvPr/>
        </p:nvSpPr>
        <p:spPr>
          <a:xfrm>
            <a:off x="594519" y="1262642"/>
            <a:ext cx="11002962" cy="3538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GB" sz="500" spc="600">
                <a:solidFill>
                  <a:srgbClr val="898989"/>
                </a:solidFill>
                <a:effectLst/>
              </a:rPr>
              <a:t>Trend: 12-months moving average 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GB" sz="500" spc="600">
                <a:solidFill>
                  <a:srgbClr val="898989"/>
                </a:solidFill>
                <a:effectLst/>
              </a:rPr>
              <a:t>Seasonality: average values for a month after removal of trend</a:t>
            </a:r>
          </a:p>
          <a:p>
            <a:pPr algn="ctr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</a:pPr>
            <a:r>
              <a:rPr lang="en-GB" sz="500" spc="600">
                <a:solidFill>
                  <a:srgbClr val="898989"/>
                </a:solidFill>
                <a:effectLst/>
              </a:rPr>
              <a:t>Remainder: the residual left in the series after removal of trend and seasonal components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0A3C3793-5C0F-7545-9832-BACE0BFB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C2E478F-E849-4A8C-AF1F-CBCC78A7CBFA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041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02957EFE-CC1F-D4D7-C8A3-F86A2CE3B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8C2E478F-E849-4A8C-AF1F-CBCC78A7CBFA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C79B0799-7A86-2F5C-43DA-3DCF38ECC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</p:spPr>
        <p:txBody>
          <a:bodyPr/>
          <a:lstStyle/>
          <a:p>
            <a:r>
              <a:rPr lang="en-US" dirty="0"/>
              <a:t>Number of Invoices Data Trend</a:t>
            </a:r>
          </a:p>
        </p:txBody>
      </p:sp>
      <p:pic>
        <p:nvPicPr>
          <p:cNvPr id="5" name="Picture 4" descr="A picture containing chart&#10;&#10;Description automatically generated">
            <a:extLst>
              <a:ext uri="{FF2B5EF4-FFF2-40B4-BE49-F238E27FC236}">
                <a16:creationId xmlns:a16="http://schemas.microsoft.com/office/drawing/2014/main" id="{225CBCD8-F0C6-D909-A366-AA6C2CBBF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36" y="1690117"/>
            <a:ext cx="7355485" cy="4486845"/>
          </a:xfrm>
          <a:prstGeom prst="rect">
            <a:avLst/>
          </a:prstGeom>
          <a:noFill/>
        </p:spPr>
      </p:pic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3B9AEE1E-7F66-D286-4147-FAD0E0CDD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C2E478F-E849-4A8C-AF1F-CBCC78A7CBFA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3248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hart, box and whisker chart&#10;&#10;Description automatically generated">
            <a:extLst>
              <a:ext uri="{FF2B5EF4-FFF2-40B4-BE49-F238E27FC236}">
                <a16:creationId xmlns:a16="http://schemas.microsoft.com/office/drawing/2014/main" id="{B7ECCBCE-0EF3-10D8-E98B-70984F8C06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184" y="68263"/>
            <a:ext cx="10149632" cy="6216650"/>
          </a:xfrm>
          <a:prstGeom prst="rect">
            <a:avLst/>
          </a:prstGeom>
          <a:noFill/>
        </p:spPr>
      </p:pic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A2F42431-DBC0-3186-0DEC-EA98891EB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C2E478F-E849-4A8C-AF1F-CBCC78A7CBFA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804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6EA11A2-0388-CECF-1918-F2C3E91DF6B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7928ED-B933-688D-AEB8-38F8C93A6B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F15AB7-DD8F-36C2-8B6F-992EDC608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8409D1-453E-63C0-8F86-206FAB179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 Performance Measure</a:t>
            </a:r>
            <a:endParaRPr lang="en-GB" dirty="0"/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790CB4DA-98A6-F54A-A915-A0F436FCD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3066" y="1189038"/>
            <a:ext cx="5731510" cy="349440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2353C1-F282-7A5D-D899-B856BA13F1D7}"/>
              </a:ext>
            </a:extLst>
          </p:cNvPr>
          <p:cNvSpPr txBox="1"/>
          <p:nvPr/>
        </p:nvSpPr>
        <p:spPr>
          <a:xfrm>
            <a:off x="1268232" y="4422564"/>
            <a:ext cx="6194066" cy="1070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GB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Box-</a:t>
            </a:r>
            <a:r>
              <a:rPr lang="en-GB" sz="1800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Ljung</a:t>
            </a:r>
            <a:r>
              <a:rPr lang="en-GB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Test</a:t>
            </a:r>
            <a:br>
              <a:rPr lang="en-GB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lang="en-GB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X-squared = 6.635, </a:t>
            </a:r>
            <a:r>
              <a:rPr lang="en-GB" sz="1800" dirty="0" err="1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df</a:t>
            </a:r>
            <a:r>
              <a:rPr lang="en-GB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= 5, p-value = 0.2492</a:t>
            </a: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GB" sz="1800" dirty="0">
                <a:effectLst/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p value is low -&gt; model is relatively accurate</a:t>
            </a:r>
          </a:p>
        </p:txBody>
      </p:sp>
    </p:spTree>
    <p:extLst>
      <p:ext uri="{BB962C8B-B14F-4D97-AF65-F5344CB8AC3E}">
        <p14:creationId xmlns:p14="http://schemas.microsoft.com/office/powerpoint/2010/main" val="1797613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bstract Coding&#10;">
            <a:extLst>
              <a:ext uri="{FF2B5EF4-FFF2-40B4-BE49-F238E27FC236}">
                <a16:creationId xmlns:a16="http://schemas.microsoft.com/office/drawing/2014/main" id="{5F76566E-36EF-4E0C-8563-ABC2D25923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Rectangle 13" descr="Accent block">
            <a:extLst>
              <a:ext uri="{FF2B5EF4-FFF2-40B4-BE49-F238E27FC236}">
                <a16:creationId xmlns:a16="http://schemas.microsoft.com/office/drawing/2014/main" id="{D687D26E-D67A-4318-AAB1-DCEAA89EE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0" cy="6882714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2734962 w 6096000"/>
              <a:gd name="connsiteY2" fmla="*/ 6808573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82714"/>
              <a:gd name="connsiteX1" fmla="*/ 6096000 w 6096000"/>
              <a:gd name="connsiteY1" fmla="*/ 0 h 6882714"/>
              <a:gd name="connsiteX2" fmla="*/ 4242486 w 6096000"/>
              <a:gd name="connsiteY2" fmla="*/ 6882714 h 6882714"/>
              <a:gd name="connsiteX3" fmla="*/ 0 w 6096000"/>
              <a:gd name="connsiteY3" fmla="*/ 6858000 h 6882714"/>
              <a:gd name="connsiteX4" fmla="*/ 0 w 6096000"/>
              <a:gd name="connsiteY4" fmla="*/ 0 h 6882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82714">
                <a:moveTo>
                  <a:pt x="0" y="0"/>
                </a:moveTo>
                <a:lnTo>
                  <a:pt x="6096000" y="0"/>
                </a:lnTo>
                <a:lnTo>
                  <a:pt x="4242486" y="6882714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1023B">
                  <a:alpha val="70000"/>
                </a:srgbClr>
              </a:gs>
              <a:gs pos="100000">
                <a:srgbClr val="E99757">
                  <a:alpha val="70000"/>
                </a:srgbClr>
              </a:gs>
              <a:gs pos="50000">
                <a:srgbClr val="A53F52">
                  <a:alpha val="7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24B42B-925B-494C-A986-BD85E811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520779"/>
            <a:ext cx="5251450" cy="1661297"/>
          </a:xfrm>
        </p:spPr>
        <p:txBody>
          <a:bodyPr>
            <a:noAutofit/>
          </a:bodyPr>
          <a:lstStyle/>
          <a:p>
            <a:pPr>
              <a:buSzPts val="3200"/>
            </a:pPr>
            <a:r>
              <a:rPr lang="en-GB" sz="3200" dirty="0">
                <a:solidFill>
                  <a:srgbClr val="42247A"/>
                </a:solidFill>
                <a:latin typeface="Arial" panose="020B0604020202020204" pitchFamily="34" charset="0"/>
              </a:rPr>
              <a:t>Free Text Question</a:t>
            </a:r>
            <a:endParaRPr lang="en-NZ" sz="3200" dirty="0">
              <a:solidFill>
                <a:srgbClr val="42247A"/>
              </a:solidFill>
              <a:latin typeface="FS Joey 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A6DEC-302B-49C8-AC11-FD6F37AFA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Power BI</a:t>
            </a:r>
          </a:p>
        </p:txBody>
      </p:sp>
      <p:sp>
        <p:nvSpPr>
          <p:cNvPr id="2094" name="Slide Number Placeholder 2093">
            <a:extLst>
              <a:ext uri="{FF2B5EF4-FFF2-40B4-BE49-F238E27FC236}">
                <a16:creationId xmlns:a16="http://schemas.microsoft.com/office/drawing/2014/main" id="{5DA62994-769D-4C19-BB0A-5144E0A5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202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A7DBDEF8-E62F-6AC4-E504-0EC0BFB7E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8C2E478F-E849-4A8C-AF1F-CBCC78A7CBFA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CF8284C-7641-D994-8C9A-6CF7D6347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0263" y="109123"/>
            <a:ext cx="7810500" cy="616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579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Iphone Floating taking image">
            <a:extLst>
              <a:ext uri="{FF2B5EF4-FFF2-40B4-BE49-F238E27FC236}">
                <a16:creationId xmlns:a16="http://schemas.microsoft.com/office/drawing/2014/main" id="{7BE52127-9518-4872-A0A9-09A7D087142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14" name="Rectangle 13" descr="Accent block">
            <a:extLst>
              <a:ext uri="{FF2B5EF4-FFF2-40B4-BE49-F238E27FC236}">
                <a16:creationId xmlns:a16="http://schemas.microsoft.com/office/drawing/2014/main" id="{D687D26E-D67A-4318-AAB1-DCEAA89EE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0" cy="6882714"/>
          </a:xfrm>
          <a:prstGeom prst="parallelogram">
            <a:avLst/>
          </a:prstGeom>
          <a:gradFill flip="none" rotWithShape="1">
            <a:gsLst>
              <a:gs pos="0">
                <a:srgbClr val="01023B">
                  <a:alpha val="50000"/>
                </a:srgbClr>
              </a:gs>
              <a:gs pos="100000">
                <a:srgbClr val="E99757">
                  <a:alpha val="50000"/>
                </a:srgbClr>
              </a:gs>
              <a:gs pos="50000">
                <a:srgbClr val="A53F52">
                  <a:alpha val="5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24B42B-925B-494C-A986-BD85E8117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ML Models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A6DEC-302B-49C8-AC11-FD6F37AFA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  <p:sp>
        <p:nvSpPr>
          <p:cNvPr id="2094" name="Slide Number Placeholder 2093">
            <a:extLst>
              <a:ext uri="{FF2B5EF4-FFF2-40B4-BE49-F238E27FC236}">
                <a16:creationId xmlns:a16="http://schemas.microsoft.com/office/drawing/2014/main" id="{5DA62994-769D-4C19-BB0A-5144E0A5C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2107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D52D370-ACD9-A2B9-3047-8DC7D7E5F3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AC8FDE-8731-45D6-4227-FE6D6F4B4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E870D-469F-C41B-DD05-608DDA51A4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97540-830C-D0C9-EC9B-54597C338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20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327C8C-81A0-A2CF-9EB9-577FCBC83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769" y="0"/>
            <a:ext cx="112164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4971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F9C5B37E-E9B0-C1EC-3F23-CAE267EB50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395E05-7321-2299-DE0C-9FF37AC05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25A075-0BD2-630E-06DD-F906C4A3A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C06BF-4371-FC34-7DF4-9F795A711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AEC469-356B-08A1-D2C0-368A5AC25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574"/>
            <a:ext cx="12192000" cy="6738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022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Large Image of person at laptop in internet cafe">
            <a:extLst>
              <a:ext uri="{FF2B5EF4-FFF2-40B4-BE49-F238E27FC236}">
                <a16:creationId xmlns:a16="http://schemas.microsoft.com/office/drawing/2014/main" id="{BFA823F4-1B6F-4E9F-8515-0F87A0C174C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 hidden="1">
            <a:extLst>
              <a:ext uri="{FF2B5EF4-FFF2-40B4-BE49-F238E27FC236}">
                <a16:creationId xmlns:a16="http://schemas.microsoft.com/office/drawing/2014/main" id="{E70920C0-10F4-4ECD-BDF3-CE993B7C8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Picture Slide</a:t>
            </a:r>
          </a:p>
        </p:txBody>
      </p:sp>
      <p:sp>
        <p:nvSpPr>
          <p:cNvPr id="5" name="Rectangle 13" descr="Accent block">
            <a:extLst>
              <a:ext uri="{FF2B5EF4-FFF2-40B4-BE49-F238E27FC236}">
                <a16:creationId xmlns:a16="http://schemas.microsoft.com/office/drawing/2014/main" id="{84970DCE-964B-4562-9633-71BA6A4DC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82714"/>
          </a:xfrm>
          <a:prstGeom prst="rect">
            <a:avLst/>
          </a:prstGeom>
          <a:gradFill flip="none" rotWithShape="1">
            <a:gsLst>
              <a:gs pos="0">
                <a:srgbClr val="01023B">
                  <a:alpha val="20000"/>
                </a:srgbClr>
              </a:gs>
              <a:gs pos="100000">
                <a:srgbClr val="E99757">
                  <a:alpha val="20000"/>
                </a:srgbClr>
              </a:gs>
              <a:gs pos="50000">
                <a:srgbClr val="A53F52">
                  <a:alpha val="2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 descr="Accent block for text">
            <a:extLst>
              <a:ext uri="{FF2B5EF4-FFF2-40B4-BE49-F238E27FC236}">
                <a16:creationId xmlns:a16="http://schemas.microsoft.com/office/drawing/2014/main" id="{3C1F0EB8-D260-4FB6-ACF6-6E86B9A029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469046"/>
            <a:ext cx="4199467" cy="2048932"/>
          </a:xfrm>
          <a:prstGeom prst="rect">
            <a:avLst/>
          </a:prstGeom>
          <a:solidFill>
            <a:srgbClr val="2F3342"/>
          </a:solidFill>
          <a:ln>
            <a:noFill/>
          </a:ln>
          <a:effectLst>
            <a:innerShdw blurRad="254000" dist="127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6D4BFC2-69CA-4ED6-89E7-A9ADB571E7A4}"/>
              </a:ext>
            </a:extLst>
          </p:cNvPr>
          <p:cNvSpPr/>
          <p:nvPr/>
        </p:nvSpPr>
        <p:spPr>
          <a:xfrm>
            <a:off x="0" y="3624359"/>
            <a:ext cx="3939857" cy="17383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91440" rtlCol="0" anchor="ctr"/>
          <a:lstStyle/>
          <a:p>
            <a:pPr>
              <a:lnSpc>
                <a:spcPct val="80000"/>
              </a:lnSpc>
              <a:defRPr sz="10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800" dirty="0">
                <a:solidFill>
                  <a:schemeClr val="bg1"/>
                </a:solidFill>
                <a:latin typeface="+mj-lt"/>
                <a:cs typeface="Gill Sans" panose="020B0502020104020203" pitchFamily="34" charset="-79"/>
              </a:rPr>
              <a:t>Demo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4829968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A3664950-D160-FD40-BA90-185062F4BFD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B5993EDD-ADAD-B04C-83C4-ABF56466F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F71C89-23A9-D748-B5DA-0302EF66E21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47500" y="6469063"/>
            <a:ext cx="444500" cy="365125"/>
          </a:xfrm>
        </p:spPr>
        <p:txBody>
          <a:bodyPr/>
          <a:lstStyle/>
          <a:p>
            <a:fld id="{8C2E478F-E849-4A8C-AF1F-CBCC78A7CBF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666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 descr="Picture placeholder">
            <a:extLst>
              <a:ext uri="{FF2B5EF4-FFF2-40B4-BE49-F238E27FC236}">
                <a16:creationId xmlns:a16="http://schemas.microsoft.com/office/drawing/2014/main" id="{4D593114-653B-4F83-A72F-17932C08057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Rectangle 4" descr="Accent block">
            <a:extLst>
              <a:ext uri="{FF2B5EF4-FFF2-40B4-BE49-F238E27FC236}">
                <a16:creationId xmlns:a16="http://schemas.microsoft.com/office/drawing/2014/main" id="{979F9DAD-F6B0-4ECC-8632-4B5E050986A8}"/>
              </a:ext>
            </a:extLst>
          </p:cNvPr>
          <p:cNvSpPr/>
          <p:nvPr/>
        </p:nvSpPr>
        <p:spPr>
          <a:xfrm>
            <a:off x="0" y="-6507"/>
            <a:ext cx="12192000" cy="6858000"/>
          </a:xfrm>
          <a:prstGeom prst="rect">
            <a:avLst/>
          </a:prstGeom>
          <a:gradFill>
            <a:gsLst>
              <a:gs pos="0">
                <a:srgbClr val="01023B">
                  <a:alpha val="70000"/>
                </a:srgbClr>
              </a:gs>
              <a:gs pos="100000">
                <a:srgbClr val="E99757">
                  <a:lumMod val="97000"/>
                  <a:lumOff val="3000"/>
                  <a:alpha val="70000"/>
                </a:srgbClr>
              </a:gs>
              <a:gs pos="50000">
                <a:srgbClr val="A53F52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365" y="901880"/>
            <a:ext cx="10787270" cy="83064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THANK YOU</a:t>
            </a:r>
          </a:p>
        </p:txBody>
      </p:sp>
      <p:pic>
        <p:nvPicPr>
          <p:cNvPr id="11" name="Graphic 10" descr="User" title="Icon - Presenter Name">
            <a:extLst>
              <a:ext uri="{FF2B5EF4-FFF2-40B4-BE49-F238E27FC236}">
                <a16:creationId xmlns:a16="http://schemas.microsoft.com/office/drawing/2014/main" id="{CB7DE048-B12A-41D3-B89F-B56544FA94F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08371" y="3061212"/>
            <a:ext cx="558449" cy="558449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A62C97B6-F2B5-4806-AB83-0CC32DF096AE}"/>
              </a:ext>
            </a:extLst>
          </p:cNvPr>
          <p:cNvSpPr txBox="1">
            <a:spLocks/>
          </p:cNvSpPr>
          <p:nvPr/>
        </p:nvSpPr>
        <p:spPr>
          <a:xfrm>
            <a:off x="5103215" y="3061213"/>
            <a:ext cx="3345046" cy="55844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0B0F0"/>
              </a:buClr>
            </a:pPr>
            <a:r>
              <a:rPr lang="en-ZA" sz="1800" spc="300" dirty="0">
                <a:latin typeface="+mj-lt"/>
                <a:cs typeface="Gill Sans" panose="020B0502020104020203" pitchFamily="34" charset="-79"/>
              </a:rPr>
              <a:t>Yongyang Huo</a:t>
            </a:r>
            <a:endParaRPr kumimoji="0" lang="en-ZA" sz="180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+mj-lt"/>
              <a:cs typeface="Gill Sans" panose="020B0502020104020203" pitchFamily="34" charset="-79"/>
            </a:endParaRPr>
          </a:p>
        </p:txBody>
      </p:sp>
      <p:pic>
        <p:nvPicPr>
          <p:cNvPr id="12" name="Graphic 11" descr="Envelope" title="Icon Presenter Email">
            <a:extLst>
              <a:ext uri="{FF2B5EF4-FFF2-40B4-BE49-F238E27FC236}">
                <a16:creationId xmlns:a16="http://schemas.microsoft.com/office/drawing/2014/main" id="{DA1E1FC6-9F80-4CAF-ACF2-AB062937A45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08370" y="4232224"/>
            <a:ext cx="558449" cy="558449"/>
          </a:xfrm>
          <a:prstGeom prst="rect">
            <a:avLst/>
          </a:prstGeom>
        </p:spPr>
      </p:pic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E0127FD3-DBF1-49D0-8E40-2DB72E1AEC7C}"/>
              </a:ext>
            </a:extLst>
          </p:cNvPr>
          <p:cNvSpPr txBox="1">
            <a:spLocks/>
          </p:cNvSpPr>
          <p:nvPr/>
        </p:nvSpPr>
        <p:spPr>
          <a:xfrm>
            <a:off x="5141020" y="4331412"/>
            <a:ext cx="4368325" cy="35518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4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ZA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rgbClr val="00B0F0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ZA" sz="180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cs typeface="Gill Sans Light" panose="020B0302020104020203" pitchFamily="34" charset="-79"/>
              </a:rPr>
              <a:t>Yongyang.huo@trgscreen.com</a:t>
            </a:r>
          </a:p>
        </p:txBody>
      </p:sp>
      <p:sp>
        <p:nvSpPr>
          <p:cNvPr id="9" name="Text Placeholder 18">
            <a:extLst>
              <a:ext uri="{FF2B5EF4-FFF2-40B4-BE49-F238E27FC236}">
                <a16:creationId xmlns:a16="http://schemas.microsoft.com/office/drawing/2014/main" id="{503B1903-83EB-0B44-9207-FA589340A59E}"/>
              </a:ext>
            </a:extLst>
          </p:cNvPr>
          <p:cNvSpPr txBox="1">
            <a:spLocks/>
          </p:cNvSpPr>
          <p:nvPr/>
        </p:nvSpPr>
        <p:spPr>
          <a:xfrm>
            <a:off x="5141020" y="4790673"/>
            <a:ext cx="4368325" cy="35518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4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ZA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rgbClr val="00B0F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ZA" sz="1800" u="none" strike="noStrike" kern="1200" cap="none" spc="300" normalizeH="0" baseline="0" noProof="0" dirty="0">
              <a:ln>
                <a:noFill/>
              </a:ln>
              <a:effectLst/>
              <a:uLnTx/>
              <a:uFillTx/>
              <a:latin typeface="+mj-lt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nical_Presentation_01_AS - v5" id="{E8D6DDC5-0F6D-45B7-B131-D0E18166558C}" vid="{A5BE99D8-16B2-4823-A7C9-A4C93BD888C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C9F62E-0773-4164-B986-3E326BE687C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F3C5BC67-BC5F-49A0-B382-4FB47F800CF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264107-8248-43DA-8012-F707E0E46E9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362</Words>
  <Application>Microsoft Office PowerPoint</Application>
  <PresentationFormat>Widescreen</PresentationFormat>
  <Paragraphs>89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Bebas</vt:lpstr>
      <vt:lpstr>FS Joey </vt:lpstr>
      <vt:lpstr>Gill Sans</vt:lpstr>
      <vt:lpstr>Arial</vt:lpstr>
      <vt:lpstr>Calibri</vt:lpstr>
      <vt:lpstr>Calibri Light</vt:lpstr>
      <vt:lpstr>Consolas</vt:lpstr>
      <vt:lpstr>Courier New</vt:lpstr>
      <vt:lpstr>Segoe UI Light</vt:lpstr>
      <vt:lpstr>Times New Roman</vt:lpstr>
      <vt:lpstr>Office Theme</vt:lpstr>
      <vt:lpstr>Insight Machine Learning</vt:lpstr>
      <vt:lpstr>PowerPoint Presentation</vt:lpstr>
      <vt:lpstr>PowerPoint Presentation</vt:lpstr>
      <vt:lpstr>Types of Learning</vt:lpstr>
      <vt:lpstr>PowerPoint Presentation</vt:lpstr>
      <vt:lpstr>AML</vt:lpstr>
      <vt:lpstr>Time Series Forecast</vt:lpstr>
      <vt:lpstr>Forecast Model </vt:lpstr>
      <vt:lpstr>Testing the new prediction model</vt:lpstr>
      <vt:lpstr>Deploy predictive Web service</vt:lpstr>
      <vt:lpstr>PowerPoint Presentation</vt:lpstr>
      <vt:lpstr>Dataset</vt:lpstr>
      <vt:lpstr>Number of Invoices Data Trend</vt:lpstr>
      <vt:lpstr>Number of Invoices Data Trend</vt:lpstr>
      <vt:lpstr>PowerPoint Presentation</vt:lpstr>
      <vt:lpstr>Model Performance Measure</vt:lpstr>
      <vt:lpstr>Free Text Question</vt:lpstr>
      <vt:lpstr>PowerPoint Presentation</vt:lpstr>
      <vt:lpstr>ML Models</vt:lpstr>
      <vt:lpstr>PowerPoint Presentation</vt:lpstr>
      <vt:lpstr>PowerPoint Presentation</vt:lpstr>
      <vt:lpstr>Large Picture Slide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2018-10-25T15:54:50Z</dcterms:created>
  <dcterms:modified xsi:type="dcterms:W3CDTF">2023-01-12T14:53:27Z</dcterms:modified>
</cp:coreProperties>
</file>